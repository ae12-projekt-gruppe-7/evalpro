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14"/>
  </p:notesMasterIdLst>
  <p:handoutMasterIdLst>
    <p:handoutMasterId r:id="rId15"/>
  </p:handoutMasterIdLst>
  <p:sldIdLst>
    <p:sldId id="256" r:id="rId2"/>
    <p:sldId id="257" r:id="rId3"/>
    <p:sldId id="259" r:id="rId4"/>
    <p:sldId id="258" r:id="rId5"/>
    <p:sldId id="260" r:id="rId6"/>
    <p:sldId id="261" r:id="rId7"/>
    <p:sldId id="262" r:id="rId8"/>
    <p:sldId id="263" r:id="rId9"/>
    <p:sldId id="264" r:id="rId10"/>
    <p:sldId id="267" r:id="rId11"/>
    <p:sldId id="265" r:id="rId12"/>
    <p:sldId id="266" r:id="rId13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3457" autoAdjust="0"/>
  </p:normalViewPr>
  <p:slideViewPr>
    <p:cSldViewPr snapToGrid="0">
      <p:cViewPr varScale="1">
        <p:scale>
          <a:sx n="59" d="100"/>
          <a:sy n="59" d="100"/>
        </p:scale>
        <p:origin x="964" y="36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handoutMaster" Target="handoutMasters/handout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FE788410-6AE5-6AB3-EEE9-38D7FA9025E5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A7E20350-4192-BE00-8ADE-1D34964EF6C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BC5061B-50EC-44A2-ADF9-08F30454A127}" type="datetimeFigureOut">
              <a:rPr lang="en-DE" smtClean="0"/>
              <a:t>27/02/2026</a:t>
            </a:fld>
            <a:endParaRPr lang="en-DE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D18B47DF-C4E3-DF27-08FF-E3125E2D1306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60345D88-E907-207C-2BCE-F8CAAA17A49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5FC0500-30CD-4C70-ADA1-66F4AB701A2C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161231648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BFC536B-7B34-4219-AE64-4C6AA0C6C9E8}" type="datetimeFigureOut">
              <a:rPr lang="en-DE" smtClean="0"/>
              <a:t>27/02/2026</a:t>
            </a:fld>
            <a:endParaRPr lang="en-DE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DE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en-DE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DE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2A2BAC2-2C8E-4E48-86DE-F1B2FBA66664}" type="slidenum">
              <a:rPr lang="en-DE" smtClean="0"/>
              <a:t>‹Nr.›</a:t>
            </a:fld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973073010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B00D1B-EDF8-79CB-B736-13337BE95D7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2F65539D-E8B3-D4FC-244B-7BE73D49757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63688B3-D1E8-EE21-D263-CA49EB9E6E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820160" y="5435600"/>
            <a:ext cx="4333240" cy="1285875"/>
          </a:xfrm>
        </p:spPr>
        <p:txBody>
          <a:bodyPr/>
          <a:lstStyle>
            <a:lvl1pPr>
              <a:defRPr sz="1800" b="1"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r>
              <a:rPr lang="de-DE" dirty="0" err="1"/>
              <a:t>EvalPro</a:t>
            </a:r>
            <a:r>
              <a:rPr lang="de-DE" dirty="0"/>
              <a:t>: Das professionelle Bewertungstool für die mündliche</a:t>
            </a:r>
          </a:p>
          <a:p>
            <a:r>
              <a:rPr lang="de-DE" dirty="0"/>
              <a:t>IHK-Prüfung</a:t>
            </a:r>
            <a:endParaRPr lang="de-DE" sz="1800" dirty="0"/>
          </a:p>
        </p:txBody>
      </p:sp>
    </p:spTree>
    <p:extLst>
      <p:ext uri="{BB962C8B-B14F-4D97-AF65-F5344CB8AC3E}">
        <p14:creationId xmlns:p14="http://schemas.microsoft.com/office/powerpoint/2010/main" val="7907578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Folienmaster_Bernhard_SJ23_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43A78B9-C6E6-B990-A399-9FBBDD9B1C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8714136-468C-7D0C-0E2B-FEEE9C6372D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E23A040-10E8-C071-BEEB-53C210E139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45159378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E32CD3A-201A-6689-D9DD-E705FF622D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4BE641A-C054-755E-F34B-2F1E6ED451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EECBAB3D-10B2-8CE6-BB66-DE33D56DF7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>
                    <a:lumMod val="95000"/>
                    <a:lumOff val="5000"/>
                  </a:schemeClr>
                </a:solidFill>
              </a:defRPr>
            </a:lvl1pPr>
          </a:lstStyle>
          <a:p>
            <a:endParaRPr lang="de-DE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18273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EB08E9C-6A07-7975-7BB0-8D9F4CCE2D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8834A94-6EA2-C17D-204B-3916796109E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4E49847C-DF7A-891A-3E74-023D73DF54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471EE72D-99CD-AF8E-6FD3-01D66A0114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4299700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1C16F1F-6B77-AC5C-2A1C-E4AAD1C652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598580AA-651C-1A17-3E36-CA0A39372E1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91A6550B-9E12-A3A0-71F9-E5802E4EDB6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D74D0138-B66A-3025-941E-5E5096A8924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7CC6D46A-B5D1-5D35-806B-B92E533949EC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0CE28D08-F260-6C24-BDC4-1B10561A86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01338180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57B6C8-B231-64A8-2C33-2DCAE21E037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23964A7-0516-7D25-53CF-AC8C22C3E6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8751195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54587D1A-87A4-C991-CB5C-D9FF59E7EDB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248338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F852D64-06DD-7BAF-E5BA-2299B7DAB2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DF1043B-667F-92D1-036B-4DF4657345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AFEEC3A-307B-5941-6516-13C4564266C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2D1E7040-ED8A-5DE3-1278-221365106F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2474205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16AC406-CFD0-D198-2ECF-D411171928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900A7884-24E6-7169-CAEE-EC399ADECCB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de-DE"/>
              <a:t>Bild durch Klicken auf Symbol hinzufügen</a:t>
            </a:r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90F73094-F931-10D7-168B-E1AFD03607D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E6CF981-6973-784B-4B94-B0E8DC79BB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6931300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050DD8C-0EEC-E89E-EEBA-0694CD843F1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42C2F11-791A-8CFD-2FE8-EF2CD8A13B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2715E3E-26BB-F894-69C6-3166587E3C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38166159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21331CB9-8D6F-57A4-4B15-1B15EDBA89B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4F1E3758-95B0-02E1-888F-CCA85E9293F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6FD61580-0293-69E3-D3B2-AB884F09B9C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241118926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jp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image" Target="../media/image2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100000">
              <a:srgbClr val="FF0000"/>
            </a:gs>
          </a:gsLst>
          <a:lin ang="54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FD740A9-476D-9D06-1215-34089FE29E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6034B84-4755-39A7-2431-D1F94D89A3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 dirty="0"/>
              <a:t>Mastertextformat bearbeiten</a:t>
            </a:r>
          </a:p>
          <a:p>
            <a:pPr lvl="1"/>
            <a:r>
              <a:rPr lang="de-DE" dirty="0"/>
              <a:t>Zweite Ebene</a:t>
            </a:r>
          </a:p>
          <a:p>
            <a:pPr lvl="2"/>
            <a:r>
              <a:rPr lang="de-DE" dirty="0"/>
              <a:t>Dritte Ebene</a:t>
            </a:r>
          </a:p>
          <a:p>
            <a:pPr lvl="3"/>
            <a:r>
              <a:rPr lang="de-DE" dirty="0"/>
              <a:t>Vierte Ebene</a:t>
            </a:r>
          </a:p>
          <a:p>
            <a:pPr lvl="4"/>
            <a:r>
              <a:rPr lang="de-DE" dirty="0"/>
              <a:t>Fünfte Ebene</a:t>
            </a:r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760B2C83-1A57-58EF-D6A1-33162148CEB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de-DE" dirty="0" err="1"/>
              <a:t>EvalPro</a:t>
            </a:r>
            <a:r>
              <a:rPr lang="de-DE" dirty="0"/>
              <a:t>: Das professionelle Bewertungstool für die mündliche IHK-Prüfung</a:t>
            </a:r>
          </a:p>
        </p:txBody>
      </p:sp>
      <p:pic>
        <p:nvPicPr>
          <p:cNvPr id="8" name="Grafik 7" descr="Ein Bild, das Text, Schrift, Design enthält.&#10;&#10;Automatisch generierte Beschreibung">
            <a:extLst>
              <a:ext uri="{FF2B5EF4-FFF2-40B4-BE49-F238E27FC236}">
                <a16:creationId xmlns:a16="http://schemas.microsoft.com/office/drawing/2014/main" id="{C199BBF2-90C9-B9D9-9A07-D0782F1EB03B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54619" y="6167658"/>
            <a:ext cx="664569" cy="664569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95DDE023-5196-0D4E-C07E-81E828C43CB1}"/>
              </a:ext>
            </a:extLst>
          </p:cNvPr>
          <p:cNvSpPr txBox="1"/>
          <p:nvPr/>
        </p:nvSpPr>
        <p:spPr>
          <a:xfrm>
            <a:off x="8026177" y="6218692"/>
            <a:ext cx="275844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de-DE" sz="1200" dirty="0"/>
              <a:t>ITAE 12D IT-Projekt Gruppe 7</a:t>
            </a:r>
          </a:p>
          <a:p>
            <a:pPr algn="r"/>
            <a:r>
              <a:rPr lang="de-DE" sz="1200" dirty="0"/>
              <a:t>Präsentator: Tewes, Florian</a:t>
            </a:r>
            <a:br>
              <a:rPr lang="de-DE" sz="1200" dirty="0"/>
            </a:br>
            <a:r>
              <a:rPr lang="de-DE" sz="1200" dirty="0"/>
              <a:t>Schuljahr: 2025/2026</a:t>
            </a:r>
          </a:p>
        </p:txBody>
      </p:sp>
      <p:sp>
        <p:nvSpPr>
          <p:cNvPr id="4" name="Textfeld 3">
            <a:extLst>
              <a:ext uri="{FF2B5EF4-FFF2-40B4-BE49-F238E27FC236}">
                <a16:creationId xmlns:a16="http://schemas.microsoft.com/office/drawing/2014/main" id="{62FAEA62-298D-6946-BC02-82B929C4CEC9}"/>
              </a:ext>
            </a:extLst>
          </p:cNvPr>
          <p:cNvSpPr txBox="1"/>
          <p:nvPr/>
        </p:nvSpPr>
        <p:spPr>
          <a:xfrm>
            <a:off x="86264" y="6495691"/>
            <a:ext cx="7519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fld id="{C06966BB-24CC-4DE8-AB9A-3D6ADDF56B3E}" type="slidenum">
              <a:rPr lang="de-DE" smtClean="0"/>
              <a:t>‹Nr.›</a:t>
            </a:fld>
            <a:endParaRPr lang="de-DE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49F72FC0-EF5C-C30B-C8FE-12E2847BA302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/>
        </p:blipFill>
        <p:spPr bwMode="auto">
          <a:xfrm>
            <a:off x="11520980" y="6137604"/>
            <a:ext cx="664569" cy="691992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17907750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000" kern="1200">
          <a:solidFill>
            <a:schemeClr val="tx1"/>
          </a:solidFill>
          <a:latin typeface="Arial" panose="020B0604020202020204" pitchFamily="34" charset="0"/>
          <a:ea typeface="+mj-ea"/>
          <a:cs typeface="Arial" panose="020B0604020202020204" pitchFamily="34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Arial" panose="020B0604020202020204" pitchFamily="34" charset="0"/>
          <a:ea typeface="+mn-ea"/>
          <a:cs typeface="Arial" panose="020B0604020202020204" pitchFamily="34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el 3">
            <a:extLst>
              <a:ext uri="{FF2B5EF4-FFF2-40B4-BE49-F238E27FC236}">
                <a16:creationId xmlns:a16="http://schemas.microsoft.com/office/drawing/2014/main" id="{7820B2D6-C4B1-679E-B13D-D0D775D9F0B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de-DE" dirty="0" err="1"/>
              <a:t>EvalPro</a:t>
            </a:r>
            <a:endParaRPr lang="en-DE" dirty="0"/>
          </a:p>
        </p:txBody>
      </p:sp>
      <p:sp>
        <p:nvSpPr>
          <p:cNvPr id="5" name="Untertitel 4">
            <a:extLst>
              <a:ext uri="{FF2B5EF4-FFF2-40B4-BE49-F238E27FC236}">
                <a16:creationId xmlns:a16="http://schemas.microsoft.com/office/drawing/2014/main" id="{0492C79B-1AAC-C447-2648-FE56E1F5F473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 lnSpcReduction="10000"/>
          </a:bodyPr>
          <a:lstStyle/>
          <a:p>
            <a:r>
              <a:rPr lang="de-DE" dirty="0"/>
              <a:t>Projektphase 3</a:t>
            </a:r>
          </a:p>
          <a:p>
            <a:r>
              <a:rPr lang="de-DE" dirty="0"/>
              <a:t>Projektdokumentation</a:t>
            </a:r>
          </a:p>
          <a:p>
            <a:r>
              <a:rPr lang="de-DE" dirty="0"/>
              <a:t>und</a:t>
            </a:r>
          </a:p>
          <a:p>
            <a:r>
              <a:rPr lang="de-DE" dirty="0"/>
              <a:t>Reflektion</a:t>
            </a:r>
            <a:endParaRPr lang="en-DE" dirty="0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083C7542-B82B-BC92-74FB-D3D9F9CF0C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/>
              <a:t>EvalPro: Das professionelle Bewertungstool für die mündliche IHK-Prüfung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156862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E742373-5C45-4593-3285-B7F1270CF2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4000" dirty="0"/>
              <a:t>Agenda</a:t>
            </a:r>
            <a:endParaRPr lang="en-DE" sz="400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6B49185F-C799-1D5F-0424-8C6020DF329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457200" indent="-457200">
              <a:buFont typeface="+mj-lt"/>
              <a:buAutoNum type="arabicPeriod"/>
            </a:pPr>
            <a:r>
              <a:rPr lang="de-DE" dirty="0"/>
              <a:t>Grundlegendes</a:t>
            </a:r>
          </a:p>
          <a:p>
            <a:pPr marL="0" indent="0">
              <a:buNone/>
              <a:tabLst>
                <a:tab pos="360000" algn="l"/>
              </a:tabLst>
            </a:pPr>
            <a:r>
              <a:rPr lang="de-DE" dirty="0"/>
              <a:t>	1.1 Ausgangssituation</a:t>
            </a:r>
          </a:p>
          <a:p>
            <a:pPr marL="0" indent="0">
              <a:buNone/>
              <a:tabLst>
                <a:tab pos="360000" algn="l"/>
              </a:tabLst>
            </a:pPr>
            <a:r>
              <a:rPr lang="de-DE" dirty="0"/>
              <a:t>	1.2 Projektziel</a:t>
            </a:r>
          </a:p>
          <a:p>
            <a:pPr marL="457200" indent="-457200">
              <a:buFont typeface="+mj-lt"/>
              <a:buAutoNum type="arabicPeriod" startAt="2"/>
              <a:tabLst>
                <a:tab pos="360000" algn="l"/>
              </a:tabLst>
            </a:pPr>
            <a:r>
              <a:rPr lang="de-DE" dirty="0"/>
              <a:t>Aktueller Stand (Frontend)</a:t>
            </a:r>
          </a:p>
          <a:p>
            <a:pPr marL="457200" indent="-457200">
              <a:buFont typeface="+mj-lt"/>
              <a:buAutoNum type="arabicPeriod" startAt="3"/>
              <a:tabLst>
                <a:tab pos="360000" algn="l"/>
              </a:tabLst>
            </a:pPr>
            <a:r>
              <a:rPr lang="de-DE" dirty="0"/>
              <a:t>Reflektion</a:t>
            </a:r>
          </a:p>
          <a:p>
            <a:pPr marL="0" indent="0">
              <a:buNone/>
              <a:tabLst>
                <a:tab pos="360000" algn="l"/>
              </a:tabLst>
            </a:pPr>
            <a:r>
              <a:rPr lang="de-DE" dirty="0"/>
              <a:t>	3.1 Herausforderungen und Hindernisse</a:t>
            </a:r>
          </a:p>
          <a:p>
            <a:pPr marL="457200" indent="-457200">
              <a:buFont typeface="+mj-lt"/>
              <a:buAutoNum type="arabicPeriod" startAt="3"/>
              <a:tabLst>
                <a:tab pos="360000" algn="l"/>
              </a:tabLst>
            </a:pPr>
            <a:endParaRPr lang="de-DE" dirty="0"/>
          </a:p>
          <a:p>
            <a:pPr marL="0" indent="0">
              <a:buNone/>
              <a:tabLst>
                <a:tab pos="360000" algn="l"/>
              </a:tabLst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1283376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A236AC1-AF85-1BE1-47A6-C5CF21F7769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1. Grundlegendes</a:t>
            </a:r>
            <a:endParaRPr lang="en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3009541E-5CB1-2E25-F31A-FEE841D8C7F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374036947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EB8485-D3A4-3EB5-2390-5BA1E78350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sz="4000" dirty="0"/>
              <a:t>1.1 Ausgangssituation</a:t>
            </a:r>
            <a:endParaRPr lang="en-DE" sz="4000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38B9EA3-A362-AD25-8E19-157122F7885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IHK-Prüfer nutzen Excel-Tabelle um Bewertungen von Prüflingen festzuhalten</a:t>
            </a:r>
          </a:p>
          <a:p>
            <a:r>
              <a:rPr lang="de-DE" dirty="0"/>
              <a:t>nicht DSGVO-konform</a:t>
            </a:r>
          </a:p>
          <a:p>
            <a:pPr marL="0" indent="0">
              <a:buNone/>
            </a:pP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110751215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4731E11-9576-12A0-2317-12EEADF4CC9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1.2 Projektziel</a:t>
            </a:r>
            <a:endParaRPr lang="en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CCBEC2F0-A8BA-AFE6-FFA2-4942E865537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Funktionierende Anwendung zum Bewerten von Prüflingen</a:t>
            </a:r>
          </a:p>
          <a:p>
            <a:r>
              <a:rPr lang="de-DE" dirty="0"/>
              <a:t>Automatische Auswertung der Punkte und Berechnung der Gesamtnote</a:t>
            </a:r>
          </a:p>
          <a:p>
            <a:r>
              <a:rPr lang="de-DE" dirty="0"/>
              <a:t>Offline verwendbar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80036370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469545-A3EE-D2A4-07BA-66BC7AD5FBC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2. Aktueller Stand (Frontend)</a:t>
            </a:r>
            <a:endParaRPr lang="en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A462A3B7-0D10-5B47-1376-E963E1215AE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80201101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7DFF6D4-A982-6EEF-C4A9-0999FE363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2. Aktueller Stand (Frontend)</a:t>
            </a:r>
            <a:endParaRPr lang="en-DE" dirty="0"/>
          </a:p>
        </p:txBody>
      </p:sp>
      <p:pic>
        <p:nvPicPr>
          <p:cNvPr id="5" name="Inhaltsplatzhalter 4">
            <a:extLst>
              <a:ext uri="{FF2B5EF4-FFF2-40B4-BE49-F238E27FC236}">
                <a16:creationId xmlns:a16="http://schemas.microsoft.com/office/drawing/2014/main" id="{F1A9A067-94A3-C72A-CBE1-2E66244D399E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33600" y="1690688"/>
            <a:ext cx="7445829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3533442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1CBBABE-8C27-F6C7-7A5F-B471F368569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2. Aktueller Stand (Frontend)</a:t>
            </a:r>
            <a:endParaRPr lang="en-DE" dirty="0"/>
          </a:p>
        </p:txBody>
      </p:sp>
      <p:pic>
        <p:nvPicPr>
          <p:cNvPr id="5" name="Inhaltsplatzhalter 4" descr="Ein Bild, das Text, Screenshot, Schrift enthält.">
            <a:extLst>
              <a:ext uri="{FF2B5EF4-FFF2-40B4-BE49-F238E27FC236}">
                <a16:creationId xmlns:a16="http://schemas.microsoft.com/office/drawing/2014/main" id="{F8370E0E-F353-CA33-1E72-1AEE641E4870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05743" y="2561741"/>
            <a:ext cx="5460195" cy="28017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294856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F86C930-8873-70BD-F70C-1F19FCE03A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2. Aktueller Stand (Frontend)</a:t>
            </a:r>
            <a:endParaRPr lang="en-DE" dirty="0"/>
          </a:p>
        </p:txBody>
      </p:sp>
      <p:pic>
        <p:nvPicPr>
          <p:cNvPr id="5" name="Inhaltsplatzhalter 4" descr="Ein Bild, das Text, Screenshot, Schrift enthält.">
            <a:extLst>
              <a:ext uri="{FF2B5EF4-FFF2-40B4-BE49-F238E27FC236}">
                <a16:creationId xmlns:a16="http://schemas.microsoft.com/office/drawing/2014/main" id="{53CEE1B8-8590-46CA-BD86-6B90F643F4B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471899" y="2185863"/>
            <a:ext cx="8671336" cy="24862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603655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A5FC893-7D53-0499-F417-358DDAD684F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2. Aktueller Stand</a:t>
            </a:r>
            <a:endParaRPr lang="en-DE" dirty="0"/>
          </a:p>
        </p:txBody>
      </p:sp>
      <p:pic>
        <p:nvPicPr>
          <p:cNvPr id="5" name="Inhaltsplatzhalter 4" descr="Ein Bild, das Text, Screenshot, Schrift enthält.">
            <a:extLst>
              <a:ext uri="{FF2B5EF4-FFF2-40B4-BE49-F238E27FC236}">
                <a16:creationId xmlns:a16="http://schemas.microsoft.com/office/drawing/2014/main" id="{1B60D86E-9398-7FBA-B0FB-AA834C4AE10A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18598" y="1690688"/>
            <a:ext cx="9154803" cy="3820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3746894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E0BD8F5-378F-D43F-279B-4F087FD733B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3. Reflektion</a:t>
            </a:r>
            <a:endParaRPr lang="en-DE" dirty="0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DF9D4505-9B3E-EFE8-45A7-885FCA0B23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DE"/>
          </a:p>
        </p:txBody>
      </p:sp>
    </p:spTree>
    <p:extLst>
      <p:ext uri="{BB962C8B-B14F-4D97-AF65-F5344CB8AC3E}">
        <p14:creationId xmlns:p14="http://schemas.microsoft.com/office/powerpoint/2010/main" val="170440467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5311C1C-5F20-0167-AEF3-10420DD7BB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3.1 Herausforderungen und Hindernisse</a:t>
            </a:r>
            <a:endParaRPr lang="en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1BDA0FFA-093A-2BE9-86B7-009B8271358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Zeitmangel aufgrund von Präsentationen und Krankheit</a:t>
            </a:r>
          </a:p>
          <a:p>
            <a:r>
              <a:rPr lang="de-DE" dirty="0"/>
              <a:t>Fehlende Fachkenntnisse</a:t>
            </a:r>
            <a:endParaRPr lang="en-DE" dirty="0"/>
          </a:p>
        </p:txBody>
      </p:sp>
    </p:spTree>
    <p:extLst>
      <p:ext uri="{BB962C8B-B14F-4D97-AF65-F5344CB8AC3E}">
        <p14:creationId xmlns:p14="http://schemas.microsoft.com/office/powerpoint/2010/main" val="3758145748"/>
      </p:ext>
    </p:extLst>
  </p:cSld>
  <p:clrMapOvr>
    <a:masterClrMapping/>
  </p:clrMapOvr>
</p:sld>
</file>

<file path=ppt/theme/theme1.xml><?xml version="1.0" encoding="utf-8"?>
<a:theme xmlns:a="http://schemas.openxmlformats.org/drawingml/2006/main" name="Folienmaster_Gruppe_7_ITP_Allgemein_SJ_2025_2026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olienmaster_Gruppe_7_ITP_Allgemein_SJ_2025_2026" id="{1F920314-9C1B-457C-B072-3661835E1B85}" vid="{96C78829-8FA3-45CF-879F-6466F13950D4}"/>
    </a:ext>
  </a:extLst>
</a:theme>
</file>

<file path=ppt/theme/theme2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Folienmaster_Gruppe_7_ITP_Allgemein_SJ_2025_2026</Template>
  <TotalTime>0</TotalTime>
  <Words>114</Words>
  <Application>Microsoft Office PowerPoint</Application>
  <PresentationFormat>Breitbild</PresentationFormat>
  <Paragraphs>30</Paragraphs>
  <Slides>12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2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12</vt:i4>
      </vt:variant>
    </vt:vector>
  </HeadingPairs>
  <TitlesOfParts>
    <vt:vector size="15" baseType="lpstr">
      <vt:lpstr>Arial</vt:lpstr>
      <vt:lpstr>Calibri</vt:lpstr>
      <vt:lpstr>Folienmaster_Gruppe_7_ITP_Allgemein_SJ_2025_2026</vt:lpstr>
      <vt:lpstr>EvalPro</vt:lpstr>
      <vt:lpstr>Agenda</vt:lpstr>
      <vt:lpstr>1. Grundlegendes</vt:lpstr>
      <vt:lpstr>1.1 Ausgangssituation</vt:lpstr>
      <vt:lpstr>1.2 Projektziel</vt:lpstr>
      <vt:lpstr>2. Aktueller Stand (Frontend)</vt:lpstr>
      <vt:lpstr>2. Aktueller Stand (Frontend)</vt:lpstr>
      <vt:lpstr>2. Aktueller Stand (Frontend)</vt:lpstr>
      <vt:lpstr>2. Aktueller Stand (Frontend)</vt:lpstr>
      <vt:lpstr>2. Aktueller Stand</vt:lpstr>
      <vt:lpstr>3. Reflektion</vt:lpstr>
      <vt:lpstr>3.1 Herausforderungen und Hindernisse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Florian Tewes</dc:creator>
  <cp:lastModifiedBy>Florian Tewes</cp:lastModifiedBy>
  <cp:revision>8</cp:revision>
  <dcterms:created xsi:type="dcterms:W3CDTF">2026-02-22T10:30:27Z</dcterms:created>
  <dcterms:modified xsi:type="dcterms:W3CDTF">2026-02-27T09:09:31Z</dcterms:modified>
</cp:coreProperties>
</file>