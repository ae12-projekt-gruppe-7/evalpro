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57" autoAdjust="0"/>
  </p:normalViewPr>
  <p:slideViewPr>
    <p:cSldViewPr snapToGrid="0">
      <p:cViewPr varScale="1">
        <p:scale>
          <a:sx n="59" d="100"/>
          <a:sy n="59" d="100"/>
        </p:scale>
        <p:origin x="964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E788410-6AE5-6AB3-EEE9-38D7FA9025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7E20350-4192-BE00-8ADE-1D34964EF6C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C5061B-50EC-44A2-ADF9-08F30454A127}" type="datetimeFigureOut">
              <a:rPr lang="en-DE" smtClean="0"/>
              <a:t>25/02/2026</a:t>
            </a:fld>
            <a:endParaRPr lang="en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18B47DF-C4E3-DF27-08FF-E3125E2D13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345D88-E907-207C-2BCE-F8CAAA17A4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FC0500-30CD-4C70-ADA1-66F4AB701A2C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6123164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FC536B-7B34-4219-AE64-4C6AA0C6C9E8}" type="datetimeFigureOut">
              <a:rPr lang="en-DE" smtClean="0"/>
              <a:t>25/02/2026</a:t>
            </a:fld>
            <a:endParaRPr lang="en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2BAC2-2C8E-4E48-86DE-F1B2FBA66664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7307301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B00D1B-EDF8-79CB-B736-13337BE95D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F65539D-E8B3-D4FC-244B-7BE73D4975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3688B3-D1E8-EE21-D263-CA49EB9E6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20160" y="5435600"/>
            <a:ext cx="4333240" cy="1285875"/>
          </a:xfrm>
        </p:spPr>
        <p:txBody>
          <a:bodyPr/>
          <a:lstStyle>
            <a:lvl1pPr>
              <a:defRPr sz="18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de-DE" dirty="0" err="1"/>
              <a:t>EvalPro</a:t>
            </a:r>
            <a:r>
              <a:rPr lang="de-DE" dirty="0"/>
              <a:t>: Das professionelle Bewertungstool für die mündliche</a:t>
            </a:r>
          </a:p>
          <a:p>
            <a:r>
              <a:rPr lang="de-DE" dirty="0"/>
              <a:t>IHK-Prüfung</a:t>
            </a: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790757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olienmaster_Bernhard_SJ23_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3A78B9-C6E6-B990-A399-9FBBDD9B1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714136-468C-7D0C-0E2B-FEEE9C637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23A040-10E8-C071-BEEB-53C210E13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51593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32CD3A-201A-6689-D9DD-E705FF622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4BE641A-C054-755E-F34B-2F1E6ED45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CBAB3D-10B2-8CE6-BB66-DE33D56DF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de-DE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273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B08E9C-6A07-7975-7BB0-8D9F4CCE2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834A94-6EA2-C17D-204B-391679610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E49847C-DF7A-891A-3E74-023D73DF5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71EE72D-99CD-AF8E-6FD3-01D66A011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9970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C16F1F-6B77-AC5C-2A1C-E4AAD1C65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98580AA-651C-1A17-3E36-CA0A39372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1A6550B-9E12-A3A0-71F9-E5802E4ED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74D0138-B66A-3025-941E-5E5096A892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CC6D46A-B5D1-5D35-806B-B92E533949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CE28D08-F260-6C24-BDC4-1B10561A8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3381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57B6C8-B231-64A8-2C33-2DCAE21E0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23964A7-0516-7D25-53CF-AC8C22C3E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51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4587D1A-87A4-C991-CB5C-D9FF59E7E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4833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852D64-06DD-7BAF-E5BA-2299B7DAB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F1043B-667F-92D1-036B-4DF465734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AFEEC3A-307B-5941-6516-13C456426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1E7040-ED8A-5DE3-1278-221365106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7420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6AC406-CFD0-D198-2ECF-D41117192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00A7884-24E6-7169-CAEE-EC399ADECC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0F73094-F931-10D7-168B-E1AFD0360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E6CF981-6973-784B-4B94-B0E8DC79B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31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0DD8C-0EEC-E89E-EEBA-0694CD843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42C2F11-791A-8CFD-2FE8-EF2CD8A13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715E3E-26BB-F894-69C6-3166587E3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6615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1331CB9-8D6F-57A4-4B15-1B15EDBA89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F1E3758-95B0-02E1-888F-CCA85E929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D61580-0293-69E3-D3B2-AB884F09B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1189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FF000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FD740A9-476D-9D06-1215-34089FE29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6034B84-4755-39A7-2431-D1F94D89A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0B2C83-1A57-58EF-D6A1-33162148CE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 err="1"/>
              <a:t>EvalPro</a:t>
            </a:r>
            <a:r>
              <a:rPr lang="de-DE" dirty="0"/>
              <a:t>: Das professionelle Bewertungstool für die mündliche IHK-Prüfung</a:t>
            </a:r>
          </a:p>
        </p:txBody>
      </p:sp>
      <p:pic>
        <p:nvPicPr>
          <p:cNvPr id="8" name="Grafik 7" descr="Ein Bild, das Text, Schrift, Design enthält.&#10;&#10;Automatisch generierte Beschreibung">
            <a:extLst>
              <a:ext uri="{FF2B5EF4-FFF2-40B4-BE49-F238E27FC236}">
                <a16:creationId xmlns:a16="http://schemas.microsoft.com/office/drawing/2014/main" id="{C199BBF2-90C9-B9D9-9A07-D0782F1EB03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4619" y="6167658"/>
            <a:ext cx="664569" cy="664569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95DDE023-5196-0D4E-C07E-81E828C43CB1}"/>
              </a:ext>
            </a:extLst>
          </p:cNvPr>
          <p:cNvSpPr txBox="1"/>
          <p:nvPr/>
        </p:nvSpPr>
        <p:spPr>
          <a:xfrm>
            <a:off x="8026177" y="6218692"/>
            <a:ext cx="2758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/>
              <a:t>ITAE 12D IT-Projekt Gruppe 7</a:t>
            </a:r>
          </a:p>
          <a:p>
            <a:pPr algn="r"/>
            <a:r>
              <a:rPr lang="de-DE" sz="1200" dirty="0"/>
              <a:t>Präsentator: Tewes, Florian</a:t>
            </a:r>
            <a:br>
              <a:rPr lang="de-DE" sz="1200" dirty="0"/>
            </a:br>
            <a:r>
              <a:rPr lang="de-DE" sz="1200" dirty="0"/>
              <a:t>Schuljahr: 2025/2026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2FAEA62-298D-6946-BC02-82B929C4CEC9}"/>
              </a:ext>
            </a:extLst>
          </p:cNvPr>
          <p:cNvSpPr txBox="1"/>
          <p:nvPr/>
        </p:nvSpPr>
        <p:spPr>
          <a:xfrm>
            <a:off x="86264" y="6495691"/>
            <a:ext cx="751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06966BB-24CC-4DE8-AB9A-3D6ADDF56B3E}" type="slidenum">
              <a:rPr lang="de-DE" smtClean="0"/>
              <a:t>‹Nr.›</a:t>
            </a:fld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9F72FC0-EF5C-C30B-C8FE-12E2847BA3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/>
        </p:blipFill>
        <p:spPr bwMode="auto">
          <a:xfrm>
            <a:off x="11520980" y="6137604"/>
            <a:ext cx="664569" cy="6919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0775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820B2D6-C4B1-679E-B13D-D0D775D9F0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EvalPro</a:t>
            </a:r>
            <a:endParaRPr lang="en-DE" dirty="0"/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0492C79B-1AAC-C447-2648-FE56E1F5F4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Projektphase 3</a:t>
            </a:r>
          </a:p>
          <a:p>
            <a:r>
              <a:rPr lang="de-DE" dirty="0"/>
              <a:t>Projektdokumentation</a:t>
            </a:r>
          </a:p>
          <a:p>
            <a:r>
              <a:rPr lang="de-DE" dirty="0"/>
              <a:t>und</a:t>
            </a:r>
          </a:p>
          <a:p>
            <a:r>
              <a:rPr lang="de-DE" dirty="0"/>
              <a:t>Reflektion</a:t>
            </a:r>
            <a:endParaRPr lang="en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83C7542-B82B-BC92-74FB-D3D9F9CF0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EvalPro: Das professionelle Bewertungstool für die mündliche IHK-Prüfung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15686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742373-5C45-4593-3285-B7F1270CF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/>
              <a:t>Agenda</a:t>
            </a:r>
            <a:endParaRPr lang="en-DE" sz="40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49185F-C799-1D5F-0424-8C6020DF3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de-DE" dirty="0"/>
              <a:t>Grundlegendes</a:t>
            </a:r>
          </a:p>
          <a:p>
            <a:pPr marL="0" indent="0">
              <a:buNone/>
              <a:tabLst>
                <a:tab pos="360000" algn="l"/>
              </a:tabLst>
            </a:pPr>
            <a:r>
              <a:rPr lang="de-DE" dirty="0"/>
              <a:t>	1.1 Ausgangssituation</a:t>
            </a:r>
          </a:p>
          <a:p>
            <a:pPr marL="0" indent="0">
              <a:buNone/>
              <a:tabLst>
                <a:tab pos="360000" algn="l"/>
              </a:tabLst>
            </a:pPr>
            <a:r>
              <a:rPr lang="de-DE" dirty="0"/>
              <a:t>	1.2 Projektziel</a:t>
            </a:r>
          </a:p>
          <a:p>
            <a:pPr marL="457200" indent="-457200">
              <a:buFont typeface="+mj-lt"/>
              <a:buAutoNum type="arabicPeriod" startAt="2"/>
              <a:tabLst>
                <a:tab pos="360000" algn="l"/>
              </a:tabLst>
            </a:pPr>
            <a:r>
              <a:rPr lang="de-DE" dirty="0"/>
              <a:t>Aktueller Stand (Frontend)</a:t>
            </a:r>
          </a:p>
          <a:p>
            <a:pPr marL="457200" indent="-457200">
              <a:buFont typeface="+mj-lt"/>
              <a:buAutoNum type="arabicPeriod" startAt="3"/>
              <a:tabLst>
                <a:tab pos="360000" algn="l"/>
              </a:tabLst>
            </a:pPr>
            <a:r>
              <a:rPr lang="de-DE" dirty="0"/>
              <a:t>Reflektion</a:t>
            </a:r>
          </a:p>
          <a:p>
            <a:pPr marL="0" indent="0">
              <a:buNone/>
              <a:tabLst>
                <a:tab pos="360000" algn="l"/>
              </a:tabLst>
            </a:pPr>
            <a:r>
              <a:rPr lang="de-DE" dirty="0"/>
              <a:t>	3.1 Herausforderungen und Hindernisse</a:t>
            </a:r>
          </a:p>
          <a:p>
            <a:pPr marL="457200" indent="-457200">
              <a:buFont typeface="+mj-lt"/>
              <a:buAutoNum type="arabicPeriod" startAt="3"/>
              <a:tabLst>
                <a:tab pos="360000" algn="l"/>
              </a:tabLst>
            </a:pPr>
            <a:endParaRPr lang="de-DE" dirty="0"/>
          </a:p>
          <a:p>
            <a:pPr marL="0" indent="0">
              <a:buNone/>
              <a:tabLst>
                <a:tab pos="360000" algn="l"/>
              </a:tabLst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28337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236AC1-AF85-1BE1-47A6-C5CF21F77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1. Grundlegendes</a:t>
            </a:r>
            <a:endParaRPr lang="en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09541E-5CB1-2E25-F31A-FEE841D8C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40369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EB8485-D3A4-3EB5-2390-5BA1E7835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/>
              <a:t>1.1 Ausgangssituation</a:t>
            </a:r>
            <a:endParaRPr lang="en-DE" sz="40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8B9EA3-A362-AD25-8E19-157122F78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IHK-Prüfer nutzen Excel-Tabelle um Bewertungen von Prüflingen festzuhalten</a:t>
            </a:r>
          </a:p>
          <a:p>
            <a:r>
              <a:rPr lang="de-DE" dirty="0"/>
              <a:t>nicht DSGVO-konform</a:t>
            </a:r>
          </a:p>
          <a:p>
            <a:r>
              <a:rPr lang="de-DE" dirty="0"/>
              <a:t> 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107512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731E11-9576-12A0-2317-12EEADF4C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1.2 Projektziel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BEC2F0-A8BA-AFE6-FFA2-4942E8655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Funktionierende Anwendung zum Bewerten von Prüflingen</a:t>
            </a:r>
          </a:p>
          <a:p>
            <a:r>
              <a:rPr lang="de-DE" dirty="0"/>
              <a:t>Automatische Auswertung der Punkte und Berechnung der Gesamtnote</a:t>
            </a:r>
          </a:p>
          <a:p>
            <a:r>
              <a:rPr lang="de-DE" dirty="0"/>
              <a:t>Offline verwendbar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800363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469545-A3EE-D2A4-07BA-66BC7AD5F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2. Aktueller Stand (Frontend)</a:t>
            </a:r>
            <a:endParaRPr lang="en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62A3B7-0D10-5B47-1376-E963E1215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02011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DFF6D4-A982-6EEF-C4A9-0999FE363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2. Aktueller Stand (Frontend)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F93FE2-3881-9F56-491D-7728AEE28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Nicht komplett fertig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835334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CBBABE-8C27-F6C7-7A5F-B471F3685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2. Aktueller Stand (Frontend)</a:t>
            </a:r>
            <a:endParaRPr lang="en-DE" dirty="0"/>
          </a:p>
        </p:txBody>
      </p:sp>
      <p:pic>
        <p:nvPicPr>
          <p:cNvPr id="5" name="Inhaltsplatzhalter 4" descr="Ein Bild, das Text, Screenshot, Schrift enthält.">
            <a:extLst>
              <a:ext uri="{FF2B5EF4-FFF2-40B4-BE49-F238E27FC236}">
                <a16:creationId xmlns:a16="http://schemas.microsoft.com/office/drawing/2014/main" id="{F8370E0E-F353-CA33-1E72-1AEE641E4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5743" y="2561741"/>
            <a:ext cx="5460195" cy="280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948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86C930-8873-70BD-F70C-1F19FCE03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275E15-7777-14AA-4072-0B2ED82EB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26036553"/>
      </p:ext>
    </p:extLst>
  </p:cSld>
  <p:clrMapOvr>
    <a:masterClrMapping/>
  </p:clrMapOvr>
</p:sld>
</file>

<file path=ppt/theme/theme1.xml><?xml version="1.0" encoding="utf-8"?>
<a:theme xmlns:a="http://schemas.openxmlformats.org/drawingml/2006/main" name="Folienmaster_Gruppe_7_ITP_Allgemein_SJ_2025_202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lienmaster_Gruppe_7_ITP_Allgemein_SJ_2025_2026" id="{1F920314-9C1B-457C-B072-3661835E1B85}" vid="{96C78829-8FA3-45CF-879F-6466F13950D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Folienmaster_Gruppe_7_ITP_Allgemein_SJ_2025_2026</Template>
  <TotalTime>0</TotalTime>
  <Words>92</Words>
  <Application>Microsoft Office PowerPoint</Application>
  <PresentationFormat>Breitbild</PresentationFormat>
  <Paragraphs>26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2" baseType="lpstr">
      <vt:lpstr>Arial</vt:lpstr>
      <vt:lpstr>Calibri</vt:lpstr>
      <vt:lpstr>Folienmaster_Gruppe_7_ITP_Allgemein_SJ_2025_2026</vt:lpstr>
      <vt:lpstr>EvalPro</vt:lpstr>
      <vt:lpstr>Agenda</vt:lpstr>
      <vt:lpstr>1. Grundlegendes</vt:lpstr>
      <vt:lpstr>1.1 Ausgangssituation</vt:lpstr>
      <vt:lpstr>1.2 Projektziel</vt:lpstr>
      <vt:lpstr>2. Aktueller Stand (Frontend)</vt:lpstr>
      <vt:lpstr>2. Aktueller Stand (Frontend)</vt:lpstr>
      <vt:lpstr>2. Aktueller Stand (Frontend)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Tewes</dc:creator>
  <cp:lastModifiedBy>Florian Tewes</cp:lastModifiedBy>
  <cp:revision>6</cp:revision>
  <dcterms:created xsi:type="dcterms:W3CDTF">2026-02-22T10:30:27Z</dcterms:created>
  <dcterms:modified xsi:type="dcterms:W3CDTF">2026-02-25T12:03:10Z</dcterms:modified>
</cp:coreProperties>
</file>