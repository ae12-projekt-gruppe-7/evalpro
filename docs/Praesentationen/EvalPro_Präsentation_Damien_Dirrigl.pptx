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bf9767218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bf9767218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cbf9767218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820160" y="5435600"/>
            <a:ext cx="433324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rgbClr val="0C0C0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lienmaster_Bernhard_SJ23_24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s-&#10;überschrift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C0C0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ei Inhalte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gleich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mit Überschrift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Überschrift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5" name="Google Shape;5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vertikaler Text" type="vertTx">
  <p:cSld name="VERTICAL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kaler Titel und Text" type="vertTitleAndTx">
  <p:cSld name="VERTICAL_TITLE_AND_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100000">
              <a:srgbClr val="FF0000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Ein Bild, das Text, Schrift, Design enthält.&#10;&#10;Automatisch generierte Beschreibung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54619" y="6167658"/>
            <a:ext cx="664569" cy="66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8026177" y="6218692"/>
            <a:ext cx="27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ITAE 12D IT-Projekt Gruppe 7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Präsentator: </a:t>
            </a:r>
            <a:r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Dirrigl, Damien</a:t>
            </a:r>
            <a:br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Schuljahr: 2025/2026</a:t>
            </a:r>
            <a:endParaRPr/>
          </a:p>
        </p:txBody>
      </p:sp>
      <p:sp>
        <p:nvSpPr>
          <p:cNvPr id="15" name="Google Shape;15;p1"/>
          <p:cNvSpPr txBox="1"/>
          <p:nvPr/>
        </p:nvSpPr>
        <p:spPr>
          <a:xfrm>
            <a:off x="86264" y="6495691"/>
            <a:ext cx="7519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DE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20980" y="6137604"/>
            <a:ext cx="664569" cy="69199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de-DE"/>
              <a:t>EvalPro</a:t>
            </a:r>
            <a:endParaRPr/>
          </a:p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Projektphase 3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Projektdokumentation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und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Reflektion</a:t>
            </a:r>
            <a:endParaRPr/>
          </a:p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EvalPro: Das professionelle Bewertungstool für die mündliche IHK-Prüfung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de-DE" sz="4000"/>
              <a:t>Agenda</a:t>
            </a:r>
            <a:endParaRPr sz="4000"/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de-DE"/>
              <a:t>Grundlegendes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	1.1 </a:t>
            </a:r>
            <a:r>
              <a:rPr lang="de-DE"/>
              <a:t>Ausgangssituation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	1.2 Projektziel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2"/>
            </a:pPr>
            <a:r>
              <a:rPr lang="de-DE"/>
              <a:t>Aktueller Stand (Backend)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2"/>
            </a:pPr>
            <a:r>
              <a:rPr lang="de-DE"/>
              <a:t>Reflektion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	3.1 Herausforderungen und Hindernisse</a:t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de-DE"/>
              <a:t>1. Grundlegendes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de-DE" sz="4000"/>
              <a:t>1.1 </a:t>
            </a:r>
            <a:r>
              <a:rPr lang="de-DE" sz="4000"/>
              <a:t>Ausgangssituation</a:t>
            </a:r>
            <a:endParaRPr sz="4000"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IHK-Prüfer nutzen Excel-Tabelle um Bewertungen von Prüflingen festzuhalten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nicht DSGVO-konform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Nicht einheitlich über jeden Prüfer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de-DE"/>
              <a:t>1.2 Projektziel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Funktionierende Anwendung zum Bewerten von Prüflingen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Automatische Auswertung der Punkte und Berechnung der Gesamtnote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Offline verwendbar</a:t>
            </a:r>
            <a:endParaRPr/>
          </a:p>
          <a:p>
            <a:pPr indent="-190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de-DE"/>
              <a:t>Daten auch ohne Projekt lesbar</a:t>
            </a:r>
            <a:endParaRPr/>
          </a:p>
          <a:p>
            <a:pPr indent="-266700" lvl="0" marL="2286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de-DE"/>
              <a:t>Berechnungsgeschwindigkeiten bleiben minimal gehalten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de-DE"/>
              <a:t>2. Aktueller Stand (Backend)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de-DE"/>
              <a:t>2. Aktueller Stand (Backend)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DE"/>
              <a:t>Notenberechnung funktionsfähig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DE"/>
              <a:t>Datenbank funktionsfähig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DE"/>
              <a:t>Abstraktionsschicht zwischen Datenbankanbindung und Anwendung in Arbeit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de-DE"/>
              <a:t>2. Aktueller Stand ( Datenbank)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50" y="1624213"/>
            <a:ext cx="40767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9550" y="1780563"/>
            <a:ext cx="323850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45625" y="515887"/>
            <a:ext cx="1985700" cy="527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de-DE"/>
              <a:t>2. Aktueller Stand (Services)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1036225" y="18152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7513" y="2166188"/>
            <a:ext cx="3571875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425" y="1275950"/>
            <a:ext cx="4153875" cy="558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2. Aktueller Stand (Berechnungen)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588" y="1533525"/>
            <a:ext cx="4048125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7522" y="1485037"/>
            <a:ext cx="6282177" cy="50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lienmaster_Gruppe_7_ITP_Allgemein_SJ_2025_2026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