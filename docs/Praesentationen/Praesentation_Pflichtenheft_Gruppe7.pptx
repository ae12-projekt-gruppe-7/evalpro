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1" r:id="rId8"/>
    <p:sldId id="263" r:id="rId9"/>
    <p:sldId id="264" r:id="rId10"/>
    <p:sldId id="265" r:id="rId11"/>
    <p:sldId id="267" r:id="rId12"/>
    <p:sldId id="268" r:id="rId13"/>
    <p:sldId id="269" r:id="rId14"/>
    <p:sldId id="270" r:id="rId15"/>
    <p:sldId id="271"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diagrams/_rels/data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diagrams/_rels/data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diagrams/_rels/data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png"/></Relationships>
</file>

<file path=ppt/diagrams/_rels/data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7.svg"/></Relationships>
</file>

<file path=ppt/diagrams/_rels/data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diagrams/_rels/drawing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diagrams/_rels/drawing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png"/></Relationships>
</file>

<file path=ppt/diagrams/_rels/drawing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7.svg"/></Relationships>
</file>

<file path=ppt/diagrams/_rels/drawing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E2A294-A744-461B-9FC8-8681CE005842}"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F4274C1C-1C54-43B4-868D-BD15D33C5BDA}">
      <dgm:prSet/>
      <dgm:spPr/>
      <dgm:t>
        <a:bodyPr/>
        <a:lstStyle/>
        <a:p>
          <a:pPr>
            <a:defRPr cap="all"/>
          </a:pPr>
          <a:r>
            <a:rPr lang="de-DE" dirty="0"/>
            <a:t>Prüfungsausschuss anlegen</a:t>
          </a:r>
          <a:endParaRPr lang="en-US" dirty="0"/>
        </a:p>
      </dgm:t>
    </dgm:pt>
    <dgm:pt modelId="{FF3E37FC-5D1C-4A86-8F77-7FA1348B9354}" type="parTrans" cxnId="{19AC3AB3-2287-46F5-99ED-BB3C493339A3}">
      <dgm:prSet/>
      <dgm:spPr/>
      <dgm:t>
        <a:bodyPr/>
        <a:lstStyle/>
        <a:p>
          <a:endParaRPr lang="en-US"/>
        </a:p>
      </dgm:t>
    </dgm:pt>
    <dgm:pt modelId="{11A043E8-7D5E-4AC2-8CC0-7A96F4F271B6}" type="sibTrans" cxnId="{19AC3AB3-2287-46F5-99ED-BB3C493339A3}">
      <dgm:prSet/>
      <dgm:spPr/>
      <dgm:t>
        <a:bodyPr/>
        <a:lstStyle/>
        <a:p>
          <a:endParaRPr lang="en-US"/>
        </a:p>
      </dgm:t>
    </dgm:pt>
    <dgm:pt modelId="{60042143-0B7D-4046-A3F6-29BBBB1FA1F6}">
      <dgm:prSet/>
      <dgm:spPr/>
      <dgm:t>
        <a:bodyPr/>
        <a:lstStyle/>
        <a:p>
          <a:pPr>
            <a:defRPr cap="all"/>
          </a:pPr>
          <a:r>
            <a:rPr lang="de-DE" dirty="0"/>
            <a:t>Prüfling hinzufügen/bearbeiten/ändern</a:t>
          </a:r>
          <a:endParaRPr lang="en-US" dirty="0"/>
        </a:p>
      </dgm:t>
    </dgm:pt>
    <dgm:pt modelId="{95EA2430-3BF7-4C17-BA29-368424F35C33}" type="parTrans" cxnId="{0C00A9F6-9081-438F-B9EC-665CF81638AE}">
      <dgm:prSet/>
      <dgm:spPr/>
      <dgm:t>
        <a:bodyPr/>
        <a:lstStyle/>
        <a:p>
          <a:endParaRPr lang="en-US"/>
        </a:p>
      </dgm:t>
    </dgm:pt>
    <dgm:pt modelId="{123031E1-13D5-4E3D-8E76-9FB321E1E3E7}" type="sibTrans" cxnId="{0C00A9F6-9081-438F-B9EC-665CF81638AE}">
      <dgm:prSet/>
      <dgm:spPr/>
      <dgm:t>
        <a:bodyPr/>
        <a:lstStyle/>
        <a:p>
          <a:endParaRPr lang="en-US"/>
        </a:p>
      </dgm:t>
    </dgm:pt>
    <dgm:pt modelId="{3101A457-BD93-4D71-A3BB-AC999AA4EA10}" type="pres">
      <dgm:prSet presAssocID="{1EE2A294-A744-461B-9FC8-8681CE005842}" presName="root" presStyleCnt="0">
        <dgm:presLayoutVars>
          <dgm:dir/>
          <dgm:resizeHandles val="exact"/>
        </dgm:presLayoutVars>
      </dgm:prSet>
      <dgm:spPr/>
    </dgm:pt>
    <dgm:pt modelId="{9250479E-05E6-457A-AF84-890AF5EB093A}" type="pres">
      <dgm:prSet presAssocID="{F4274C1C-1C54-43B4-868D-BD15D33C5BDA}" presName="compNode" presStyleCnt="0"/>
      <dgm:spPr/>
    </dgm:pt>
    <dgm:pt modelId="{D4964B24-57BB-4B76-8106-0F2752B38918}" type="pres">
      <dgm:prSet presAssocID="{F4274C1C-1C54-43B4-868D-BD15D33C5BDA}" presName="iconBgRect" presStyleLbl="bgShp" presStyleIdx="0" presStyleCnt="2"/>
      <dgm:spPr/>
    </dgm:pt>
    <dgm:pt modelId="{29E03917-C6D9-4290-ACB0-60FE00AFC5C8}" type="pres">
      <dgm:prSet presAssocID="{F4274C1C-1C54-43B4-868D-BD15D33C5BD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äkchen"/>
        </a:ext>
      </dgm:extLst>
    </dgm:pt>
    <dgm:pt modelId="{484639EF-BA82-45F4-9889-B028A27EDD8A}" type="pres">
      <dgm:prSet presAssocID="{F4274C1C-1C54-43B4-868D-BD15D33C5BDA}" presName="spaceRect" presStyleCnt="0"/>
      <dgm:spPr/>
    </dgm:pt>
    <dgm:pt modelId="{233949F4-86A7-4098-9E04-20E6E7C101BE}" type="pres">
      <dgm:prSet presAssocID="{F4274C1C-1C54-43B4-868D-BD15D33C5BDA}" presName="textRect" presStyleLbl="revTx" presStyleIdx="0" presStyleCnt="2">
        <dgm:presLayoutVars>
          <dgm:chMax val="1"/>
          <dgm:chPref val="1"/>
        </dgm:presLayoutVars>
      </dgm:prSet>
      <dgm:spPr/>
    </dgm:pt>
    <dgm:pt modelId="{F227E31A-66E1-43EF-91E6-E084D7B42A15}" type="pres">
      <dgm:prSet presAssocID="{11A043E8-7D5E-4AC2-8CC0-7A96F4F271B6}" presName="sibTrans" presStyleCnt="0"/>
      <dgm:spPr/>
    </dgm:pt>
    <dgm:pt modelId="{AF6E8CA1-6ABB-4326-B335-EFD8373A3540}" type="pres">
      <dgm:prSet presAssocID="{60042143-0B7D-4046-A3F6-29BBBB1FA1F6}" presName="compNode" presStyleCnt="0"/>
      <dgm:spPr/>
    </dgm:pt>
    <dgm:pt modelId="{7AFA5F0C-4620-474A-B36C-033362F6D69C}" type="pres">
      <dgm:prSet presAssocID="{60042143-0B7D-4046-A3F6-29BBBB1FA1F6}" presName="iconBgRect" presStyleLbl="bgShp" presStyleIdx="1" presStyleCnt="2"/>
      <dgm:spPr/>
    </dgm:pt>
    <dgm:pt modelId="{9B19259B-D350-43FF-9CC9-9DA38175ECE0}" type="pres">
      <dgm:prSet presAssocID="{60042143-0B7D-4046-A3F6-29BBBB1FA1F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leistift"/>
        </a:ext>
      </dgm:extLst>
    </dgm:pt>
    <dgm:pt modelId="{F46164F1-AB7C-422A-8819-C343A8333514}" type="pres">
      <dgm:prSet presAssocID="{60042143-0B7D-4046-A3F6-29BBBB1FA1F6}" presName="spaceRect" presStyleCnt="0"/>
      <dgm:spPr/>
    </dgm:pt>
    <dgm:pt modelId="{30561EA7-ED0F-43D6-B3AF-325EE15DF8D9}" type="pres">
      <dgm:prSet presAssocID="{60042143-0B7D-4046-A3F6-29BBBB1FA1F6}" presName="textRect" presStyleLbl="revTx" presStyleIdx="1" presStyleCnt="2">
        <dgm:presLayoutVars>
          <dgm:chMax val="1"/>
          <dgm:chPref val="1"/>
        </dgm:presLayoutVars>
      </dgm:prSet>
      <dgm:spPr/>
    </dgm:pt>
  </dgm:ptLst>
  <dgm:cxnLst>
    <dgm:cxn modelId="{2FADEA1A-A498-4CA3-9103-12125CEE9E0E}" type="presOf" srcId="{F4274C1C-1C54-43B4-868D-BD15D33C5BDA}" destId="{233949F4-86A7-4098-9E04-20E6E7C101BE}" srcOrd="0" destOrd="0" presId="urn:microsoft.com/office/officeart/2018/5/layout/IconCircleLabelList"/>
    <dgm:cxn modelId="{DCF76680-B9F1-4D24-BD51-32E685951368}" type="presOf" srcId="{1EE2A294-A744-461B-9FC8-8681CE005842}" destId="{3101A457-BD93-4D71-A3BB-AC999AA4EA10}" srcOrd="0" destOrd="0" presId="urn:microsoft.com/office/officeart/2018/5/layout/IconCircleLabelList"/>
    <dgm:cxn modelId="{3596D598-BD59-4261-82DA-74D0E0F2513D}" type="presOf" srcId="{60042143-0B7D-4046-A3F6-29BBBB1FA1F6}" destId="{30561EA7-ED0F-43D6-B3AF-325EE15DF8D9}" srcOrd="0" destOrd="0" presId="urn:microsoft.com/office/officeart/2018/5/layout/IconCircleLabelList"/>
    <dgm:cxn modelId="{19AC3AB3-2287-46F5-99ED-BB3C493339A3}" srcId="{1EE2A294-A744-461B-9FC8-8681CE005842}" destId="{F4274C1C-1C54-43B4-868D-BD15D33C5BDA}" srcOrd="0" destOrd="0" parTransId="{FF3E37FC-5D1C-4A86-8F77-7FA1348B9354}" sibTransId="{11A043E8-7D5E-4AC2-8CC0-7A96F4F271B6}"/>
    <dgm:cxn modelId="{0C00A9F6-9081-438F-B9EC-665CF81638AE}" srcId="{1EE2A294-A744-461B-9FC8-8681CE005842}" destId="{60042143-0B7D-4046-A3F6-29BBBB1FA1F6}" srcOrd="1" destOrd="0" parTransId="{95EA2430-3BF7-4C17-BA29-368424F35C33}" sibTransId="{123031E1-13D5-4E3D-8E76-9FB321E1E3E7}"/>
    <dgm:cxn modelId="{5D7B44CC-398B-47F2-9DD8-279613630691}" type="presParOf" srcId="{3101A457-BD93-4D71-A3BB-AC999AA4EA10}" destId="{9250479E-05E6-457A-AF84-890AF5EB093A}" srcOrd="0" destOrd="0" presId="urn:microsoft.com/office/officeart/2018/5/layout/IconCircleLabelList"/>
    <dgm:cxn modelId="{5F5E9BF3-C33D-4F1A-BD85-A755357503FE}" type="presParOf" srcId="{9250479E-05E6-457A-AF84-890AF5EB093A}" destId="{D4964B24-57BB-4B76-8106-0F2752B38918}" srcOrd="0" destOrd="0" presId="urn:microsoft.com/office/officeart/2018/5/layout/IconCircleLabelList"/>
    <dgm:cxn modelId="{AE5EE95C-A1C5-4D18-8658-D30C5C5D63E8}" type="presParOf" srcId="{9250479E-05E6-457A-AF84-890AF5EB093A}" destId="{29E03917-C6D9-4290-ACB0-60FE00AFC5C8}" srcOrd="1" destOrd="0" presId="urn:microsoft.com/office/officeart/2018/5/layout/IconCircleLabelList"/>
    <dgm:cxn modelId="{836A780C-1FBF-4569-8672-E723126DA976}" type="presParOf" srcId="{9250479E-05E6-457A-AF84-890AF5EB093A}" destId="{484639EF-BA82-45F4-9889-B028A27EDD8A}" srcOrd="2" destOrd="0" presId="urn:microsoft.com/office/officeart/2018/5/layout/IconCircleLabelList"/>
    <dgm:cxn modelId="{E1B05F40-F08B-45B7-8F87-A723EF5C8DAC}" type="presParOf" srcId="{9250479E-05E6-457A-AF84-890AF5EB093A}" destId="{233949F4-86A7-4098-9E04-20E6E7C101BE}" srcOrd="3" destOrd="0" presId="urn:microsoft.com/office/officeart/2018/5/layout/IconCircleLabelList"/>
    <dgm:cxn modelId="{FD7657C2-95AB-4C5C-8179-598BEA1B11A3}" type="presParOf" srcId="{3101A457-BD93-4D71-A3BB-AC999AA4EA10}" destId="{F227E31A-66E1-43EF-91E6-E084D7B42A15}" srcOrd="1" destOrd="0" presId="urn:microsoft.com/office/officeart/2018/5/layout/IconCircleLabelList"/>
    <dgm:cxn modelId="{2593E1A2-A497-4948-B557-BF0EE6FC2AAC}" type="presParOf" srcId="{3101A457-BD93-4D71-A3BB-AC999AA4EA10}" destId="{AF6E8CA1-6ABB-4326-B335-EFD8373A3540}" srcOrd="2" destOrd="0" presId="urn:microsoft.com/office/officeart/2018/5/layout/IconCircleLabelList"/>
    <dgm:cxn modelId="{68670113-C87C-4F9D-8637-4A5AAB11CAA0}" type="presParOf" srcId="{AF6E8CA1-6ABB-4326-B335-EFD8373A3540}" destId="{7AFA5F0C-4620-474A-B36C-033362F6D69C}" srcOrd="0" destOrd="0" presId="urn:microsoft.com/office/officeart/2018/5/layout/IconCircleLabelList"/>
    <dgm:cxn modelId="{51BA05BA-D61C-4855-B93F-6AF22560CB9C}" type="presParOf" srcId="{AF6E8CA1-6ABB-4326-B335-EFD8373A3540}" destId="{9B19259B-D350-43FF-9CC9-9DA38175ECE0}" srcOrd="1" destOrd="0" presId="urn:microsoft.com/office/officeart/2018/5/layout/IconCircleLabelList"/>
    <dgm:cxn modelId="{7FA1AE43-5DFC-43D5-9862-06F29B1AEF97}" type="presParOf" srcId="{AF6E8CA1-6ABB-4326-B335-EFD8373A3540}" destId="{F46164F1-AB7C-422A-8819-C343A8333514}" srcOrd="2" destOrd="0" presId="urn:microsoft.com/office/officeart/2018/5/layout/IconCircleLabelList"/>
    <dgm:cxn modelId="{6DAA2A60-9959-4BCC-B86C-7D00D3B9DF3A}" type="presParOf" srcId="{AF6E8CA1-6ABB-4326-B335-EFD8373A3540}" destId="{30561EA7-ED0F-43D6-B3AF-325EE15DF8D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BCFFD04-9B0B-433B-A59F-9E3F367CDB5A}"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913B77DD-70E8-42BE-893C-B5D210A5975B}">
      <dgm:prSet/>
      <dgm:spPr/>
      <dgm:t>
        <a:bodyPr/>
        <a:lstStyle/>
        <a:p>
          <a:pPr>
            <a:lnSpc>
              <a:spcPct val="100000"/>
            </a:lnSpc>
            <a:defRPr cap="all"/>
          </a:pPr>
          <a:r>
            <a:rPr lang="de-DE" dirty="0"/>
            <a:t>Kommentare für Projektdokumentation erfassen</a:t>
          </a:r>
          <a:endParaRPr lang="en-US" dirty="0"/>
        </a:p>
      </dgm:t>
    </dgm:pt>
    <dgm:pt modelId="{44068CF0-68F5-4580-AFCB-B4BED34A775E}" type="parTrans" cxnId="{8E4D69D0-728C-4C62-A98D-F041D35C5892}">
      <dgm:prSet/>
      <dgm:spPr/>
      <dgm:t>
        <a:bodyPr/>
        <a:lstStyle/>
        <a:p>
          <a:endParaRPr lang="en-US"/>
        </a:p>
      </dgm:t>
    </dgm:pt>
    <dgm:pt modelId="{CE856562-5A6E-4993-B7C8-B0A668CEB44D}" type="sibTrans" cxnId="{8E4D69D0-728C-4C62-A98D-F041D35C5892}">
      <dgm:prSet/>
      <dgm:spPr/>
      <dgm:t>
        <a:bodyPr/>
        <a:lstStyle/>
        <a:p>
          <a:endParaRPr lang="en-US"/>
        </a:p>
      </dgm:t>
    </dgm:pt>
    <dgm:pt modelId="{4F9E2A6E-3356-44D3-B866-9EE43FD6ADB8}">
      <dgm:prSet/>
      <dgm:spPr/>
      <dgm:t>
        <a:bodyPr/>
        <a:lstStyle/>
        <a:p>
          <a:pPr>
            <a:lnSpc>
              <a:spcPct val="100000"/>
            </a:lnSpc>
            <a:defRPr cap="all"/>
          </a:pPr>
          <a:r>
            <a:rPr lang="de-DE" dirty="0"/>
            <a:t>Fragen für Fachgespräch erfassen</a:t>
          </a:r>
          <a:endParaRPr lang="en-US" dirty="0"/>
        </a:p>
      </dgm:t>
    </dgm:pt>
    <dgm:pt modelId="{8470FDDA-6774-462A-A6CF-9C6AB81963AE}" type="parTrans" cxnId="{068D5BE2-1BDD-4307-82D6-609A1A041872}">
      <dgm:prSet/>
      <dgm:spPr/>
      <dgm:t>
        <a:bodyPr/>
        <a:lstStyle/>
        <a:p>
          <a:endParaRPr lang="en-US"/>
        </a:p>
      </dgm:t>
    </dgm:pt>
    <dgm:pt modelId="{8BA92CDD-377F-4F85-BAA8-AAEC95FF8285}" type="sibTrans" cxnId="{068D5BE2-1BDD-4307-82D6-609A1A041872}">
      <dgm:prSet/>
      <dgm:spPr/>
      <dgm:t>
        <a:bodyPr/>
        <a:lstStyle/>
        <a:p>
          <a:endParaRPr lang="en-US"/>
        </a:p>
      </dgm:t>
    </dgm:pt>
    <dgm:pt modelId="{DC183AC9-9E63-45B4-8B06-6A36DE12C0EB}">
      <dgm:prSet/>
      <dgm:spPr/>
      <dgm:t>
        <a:bodyPr/>
        <a:lstStyle/>
        <a:p>
          <a:pPr>
            <a:lnSpc>
              <a:spcPct val="100000"/>
            </a:lnSpc>
            <a:defRPr cap="all"/>
          </a:pPr>
          <a:r>
            <a:rPr lang="de-DE" dirty="0"/>
            <a:t>Ergebnis ermitteln</a:t>
          </a:r>
          <a:endParaRPr lang="en-US" dirty="0"/>
        </a:p>
      </dgm:t>
    </dgm:pt>
    <dgm:pt modelId="{6B494886-7CFA-48A7-B7F5-85D5AA7497B0}" type="parTrans" cxnId="{498A20A8-110A-4FBF-9770-C72E2DA53840}">
      <dgm:prSet/>
      <dgm:spPr/>
      <dgm:t>
        <a:bodyPr/>
        <a:lstStyle/>
        <a:p>
          <a:endParaRPr lang="en-US"/>
        </a:p>
      </dgm:t>
    </dgm:pt>
    <dgm:pt modelId="{4EBF3608-5754-4A81-94FD-84C590F380B6}" type="sibTrans" cxnId="{498A20A8-110A-4FBF-9770-C72E2DA53840}">
      <dgm:prSet/>
      <dgm:spPr/>
      <dgm:t>
        <a:bodyPr/>
        <a:lstStyle/>
        <a:p>
          <a:endParaRPr lang="en-US"/>
        </a:p>
      </dgm:t>
    </dgm:pt>
    <dgm:pt modelId="{74396CFC-87EC-416B-918F-C0E24F4D99E0}" type="pres">
      <dgm:prSet presAssocID="{FBCFFD04-9B0B-433B-A59F-9E3F367CDB5A}" presName="root" presStyleCnt="0">
        <dgm:presLayoutVars>
          <dgm:dir/>
          <dgm:resizeHandles val="exact"/>
        </dgm:presLayoutVars>
      </dgm:prSet>
      <dgm:spPr/>
    </dgm:pt>
    <dgm:pt modelId="{1F0B5249-2AC2-4131-8E11-973E7F340B77}" type="pres">
      <dgm:prSet presAssocID="{913B77DD-70E8-42BE-893C-B5D210A5975B}" presName="compNode" presStyleCnt="0"/>
      <dgm:spPr/>
    </dgm:pt>
    <dgm:pt modelId="{F1FD95D7-FC09-4EA2-8384-745D5F3FC8FE}" type="pres">
      <dgm:prSet presAssocID="{913B77DD-70E8-42BE-893C-B5D210A5975B}" presName="iconBgRect" presStyleLbl="bgShp" presStyleIdx="0" presStyleCnt="3"/>
      <dgm:spPr/>
    </dgm:pt>
    <dgm:pt modelId="{9EED02E6-AB83-4ED0-B8B9-AA1F20D2A749}" type="pres">
      <dgm:prSet presAssocID="{913B77DD-70E8-42BE-893C-B5D210A5975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kument"/>
        </a:ext>
      </dgm:extLst>
    </dgm:pt>
    <dgm:pt modelId="{CF324F30-D92E-45FD-B268-55517C307D9F}" type="pres">
      <dgm:prSet presAssocID="{913B77DD-70E8-42BE-893C-B5D210A5975B}" presName="spaceRect" presStyleCnt="0"/>
      <dgm:spPr/>
    </dgm:pt>
    <dgm:pt modelId="{0253B12C-9608-49E3-A29E-444FA02E6176}" type="pres">
      <dgm:prSet presAssocID="{913B77DD-70E8-42BE-893C-B5D210A5975B}" presName="textRect" presStyleLbl="revTx" presStyleIdx="0" presStyleCnt="3">
        <dgm:presLayoutVars>
          <dgm:chMax val="1"/>
          <dgm:chPref val="1"/>
        </dgm:presLayoutVars>
      </dgm:prSet>
      <dgm:spPr/>
    </dgm:pt>
    <dgm:pt modelId="{8FEBFE50-4444-4B7C-9D3B-DF280E23D33E}" type="pres">
      <dgm:prSet presAssocID="{CE856562-5A6E-4993-B7C8-B0A668CEB44D}" presName="sibTrans" presStyleCnt="0"/>
      <dgm:spPr/>
    </dgm:pt>
    <dgm:pt modelId="{5C2D3231-5D85-4D91-9931-B1F35EA2D31A}" type="pres">
      <dgm:prSet presAssocID="{4F9E2A6E-3356-44D3-B866-9EE43FD6ADB8}" presName="compNode" presStyleCnt="0"/>
      <dgm:spPr/>
    </dgm:pt>
    <dgm:pt modelId="{DCE0AC78-72B6-4D96-9622-E98F864B628C}" type="pres">
      <dgm:prSet presAssocID="{4F9E2A6E-3356-44D3-B866-9EE43FD6ADB8}" presName="iconBgRect" presStyleLbl="bgShp" presStyleIdx="1" presStyleCnt="3"/>
      <dgm:spPr/>
    </dgm:pt>
    <dgm:pt modelId="{F95690AC-9580-4480-BCB3-D1247AA3D922}" type="pres">
      <dgm:prSet presAssocID="{4F9E2A6E-3356-44D3-B866-9EE43FD6AD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lp"/>
        </a:ext>
      </dgm:extLst>
    </dgm:pt>
    <dgm:pt modelId="{07DE92A0-0D1F-4317-AB06-9C89FBA67941}" type="pres">
      <dgm:prSet presAssocID="{4F9E2A6E-3356-44D3-B866-9EE43FD6ADB8}" presName="spaceRect" presStyleCnt="0"/>
      <dgm:spPr/>
    </dgm:pt>
    <dgm:pt modelId="{D538B9D3-504F-4B7C-83E8-78BBD50F5E84}" type="pres">
      <dgm:prSet presAssocID="{4F9E2A6E-3356-44D3-B866-9EE43FD6ADB8}" presName="textRect" presStyleLbl="revTx" presStyleIdx="1" presStyleCnt="3">
        <dgm:presLayoutVars>
          <dgm:chMax val="1"/>
          <dgm:chPref val="1"/>
        </dgm:presLayoutVars>
      </dgm:prSet>
      <dgm:spPr/>
    </dgm:pt>
    <dgm:pt modelId="{4CB53BEA-B35A-441C-A020-2ACC410CDD91}" type="pres">
      <dgm:prSet presAssocID="{8BA92CDD-377F-4F85-BAA8-AAEC95FF8285}" presName="sibTrans" presStyleCnt="0"/>
      <dgm:spPr/>
    </dgm:pt>
    <dgm:pt modelId="{B6069104-5451-4C7D-9718-5A5BD862B109}" type="pres">
      <dgm:prSet presAssocID="{DC183AC9-9E63-45B4-8B06-6A36DE12C0EB}" presName="compNode" presStyleCnt="0"/>
      <dgm:spPr/>
    </dgm:pt>
    <dgm:pt modelId="{D5595F95-819A-45BF-91A4-93782B11FABE}" type="pres">
      <dgm:prSet presAssocID="{DC183AC9-9E63-45B4-8B06-6A36DE12C0EB}" presName="iconBgRect" presStyleLbl="bgShp" presStyleIdx="2" presStyleCnt="3"/>
      <dgm:spPr/>
    </dgm:pt>
    <dgm:pt modelId="{80DF2720-7109-4728-B405-A39DCD6D44EF}" type="pres">
      <dgm:prSet presAssocID="{DC183AC9-9E63-45B4-8B06-6A36DE12C0E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694688C7-CB71-49E5-B42E-1401EBA59ECA}" type="pres">
      <dgm:prSet presAssocID="{DC183AC9-9E63-45B4-8B06-6A36DE12C0EB}" presName="spaceRect" presStyleCnt="0"/>
      <dgm:spPr/>
    </dgm:pt>
    <dgm:pt modelId="{F16E0B65-334F-43EF-8D38-0D0C695F54A9}" type="pres">
      <dgm:prSet presAssocID="{DC183AC9-9E63-45B4-8B06-6A36DE12C0EB}" presName="textRect" presStyleLbl="revTx" presStyleIdx="2" presStyleCnt="3">
        <dgm:presLayoutVars>
          <dgm:chMax val="1"/>
          <dgm:chPref val="1"/>
        </dgm:presLayoutVars>
      </dgm:prSet>
      <dgm:spPr/>
    </dgm:pt>
  </dgm:ptLst>
  <dgm:cxnLst>
    <dgm:cxn modelId="{862E408C-2542-4CFD-90A1-48B8770AD111}" type="presOf" srcId="{913B77DD-70E8-42BE-893C-B5D210A5975B}" destId="{0253B12C-9608-49E3-A29E-444FA02E6176}" srcOrd="0" destOrd="0" presId="urn:microsoft.com/office/officeart/2018/5/layout/IconCircleLabelList"/>
    <dgm:cxn modelId="{498A20A8-110A-4FBF-9770-C72E2DA53840}" srcId="{FBCFFD04-9B0B-433B-A59F-9E3F367CDB5A}" destId="{DC183AC9-9E63-45B4-8B06-6A36DE12C0EB}" srcOrd="2" destOrd="0" parTransId="{6B494886-7CFA-48A7-B7F5-85D5AA7497B0}" sibTransId="{4EBF3608-5754-4A81-94FD-84C590F380B6}"/>
    <dgm:cxn modelId="{00469FAA-253A-4AB6-9965-7A29E358553A}" type="presOf" srcId="{FBCFFD04-9B0B-433B-A59F-9E3F367CDB5A}" destId="{74396CFC-87EC-416B-918F-C0E24F4D99E0}" srcOrd="0" destOrd="0" presId="urn:microsoft.com/office/officeart/2018/5/layout/IconCircleLabelList"/>
    <dgm:cxn modelId="{EBD113AB-2BA0-4AE4-A046-DB83215806AD}" type="presOf" srcId="{DC183AC9-9E63-45B4-8B06-6A36DE12C0EB}" destId="{F16E0B65-334F-43EF-8D38-0D0C695F54A9}" srcOrd="0" destOrd="0" presId="urn:microsoft.com/office/officeart/2018/5/layout/IconCircleLabelList"/>
    <dgm:cxn modelId="{8E4D69D0-728C-4C62-A98D-F041D35C5892}" srcId="{FBCFFD04-9B0B-433B-A59F-9E3F367CDB5A}" destId="{913B77DD-70E8-42BE-893C-B5D210A5975B}" srcOrd="0" destOrd="0" parTransId="{44068CF0-68F5-4580-AFCB-B4BED34A775E}" sibTransId="{CE856562-5A6E-4993-B7C8-B0A668CEB44D}"/>
    <dgm:cxn modelId="{068D5BE2-1BDD-4307-82D6-609A1A041872}" srcId="{FBCFFD04-9B0B-433B-A59F-9E3F367CDB5A}" destId="{4F9E2A6E-3356-44D3-B866-9EE43FD6ADB8}" srcOrd="1" destOrd="0" parTransId="{8470FDDA-6774-462A-A6CF-9C6AB81963AE}" sibTransId="{8BA92CDD-377F-4F85-BAA8-AAEC95FF8285}"/>
    <dgm:cxn modelId="{44455DFB-3DDD-44B3-A07D-CB3CADA6B1AC}" type="presOf" srcId="{4F9E2A6E-3356-44D3-B866-9EE43FD6ADB8}" destId="{D538B9D3-504F-4B7C-83E8-78BBD50F5E84}" srcOrd="0" destOrd="0" presId="urn:microsoft.com/office/officeart/2018/5/layout/IconCircleLabelList"/>
    <dgm:cxn modelId="{159B4196-F280-41CC-BA1F-F3867506AA44}" type="presParOf" srcId="{74396CFC-87EC-416B-918F-C0E24F4D99E0}" destId="{1F0B5249-2AC2-4131-8E11-973E7F340B77}" srcOrd="0" destOrd="0" presId="urn:microsoft.com/office/officeart/2018/5/layout/IconCircleLabelList"/>
    <dgm:cxn modelId="{60823DC3-2DFC-401F-9F8A-229589D23DFE}" type="presParOf" srcId="{1F0B5249-2AC2-4131-8E11-973E7F340B77}" destId="{F1FD95D7-FC09-4EA2-8384-745D5F3FC8FE}" srcOrd="0" destOrd="0" presId="urn:microsoft.com/office/officeart/2018/5/layout/IconCircleLabelList"/>
    <dgm:cxn modelId="{E8B3F650-5EA9-4E84-946D-EEE8FC1EEE9B}" type="presParOf" srcId="{1F0B5249-2AC2-4131-8E11-973E7F340B77}" destId="{9EED02E6-AB83-4ED0-B8B9-AA1F20D2A749}" srcOrd="1" destOrd="0" presId="urn:microsoft.com/office/officeart/2018/5/layout/IconCircleLabelList"/>
    <dgm:cxn modelId="{60DCE911-FFAC-4D65-AC30-9FFAF6F2472F}" type="presParOf" srcId="{1F0B5249-2AC2-4131-8E11-973E7F340B77}" destId="{CF324F30-D92E-45FD-B268-55517C307D9F}" srcOrd="2" destOrd="0" presId="urn:microsoft.com/office/officeart/2018/5/layout/IconCircleLabelList"/>
    <dgm:cxn modelId="{4CCF46F8-6C42-4683-8A6B-32C235D452CB}" type="presParOf" srcId="{1F0B5249-2AC2-4131-8E11-973E7F340B77}" destId="{0253B12C-9608-49E3-A29E-444FA02E6176}" srcOrd="3" destOrd="0" presId="urn:microsoft.com/office/officeart/2018/5/layout/IconCircleLabelList"/>
    <dgm:cxn modelId="{46B2EDB5-9388-4203-B469-3981A024F60F}" type="presParOf" srcId="{74396CFC-87EC-416B-918F-C0E24F4D99E0}" destId="{8FEBFE50-4444-4B7C-9D3B-DF280E23D33E}" srcOrd="1" destOrd="0" presId="urn:microsoft.com/office/officeart/2018/5/layout/IconCircleLabelList"/>
    <dgm:cxn modelId="{718B7AAF-DD24-4CB6-9FD3-35A790F7F1DB}" type="presParOf" srcId="{74396CFC-87EC-416B-918F-C0E24F4D99E0}" destId="{5C2D3231-5D85-4D91-9931-B1F35EA2D31A}" srcOrd="2" destOrd="0" presId="urn:microsoft.com/office/officeart/2018/5/layout/IconCircleLabelList"/>
    <dgm:cxn modelId="{4FA6A540-2354-4590-9925-ACC4B5BE0CFC}" type="presParOf" srcId="{5C2D3231-5D85-4D91-9931-B1F35EA2D31A}" destId="{DCE0AC78-72B6-4D96-9622-E98F864B628C}" srcOrd="0" destOrd="0" presId="urn:microsoft.com/office/officeart/2018/5/layout/IconCircleLabelList"/>
    <dgm:cxn modelId="{47D2A18B-30E4-4DE7-846E-EDA4F9887B7A}" type="presParOf" srcId="{5C2D3231-5D85-4D91-9931-B1F35EA2D31A}" destId="{F95690AC-9580-4480-BCB3-D1247AA3D922}" srcOrd="1" destOrd="0" presId="urn:microsoft.com/office/officeart/2018/5/layout/IconCircleLabelList"/>
    <dgm:cxn modelId="{7C304AE1-FED5-4137-B76C-67399BE430BA}" type="presParOf" srcId="{5C2D3231-5D85-4D91-9931-B1F35EA2D31A}" destId="{07DE92A0-0D1F-4317-AB06-9C89FBA67941}" srcOrd="2" destOrd="0" presId="urn:microsoft.com/office/officeart/2018/5/layout/IconCircleLabelList"/>
    <dgm:cxn modelId="{AB08C35E-608A-45AA-9418-62528C9F67B8}" type="presParOf" srcId="{5C2D3231-5D85-4D91-9931-B1F35EA2D31A}" destId="{D538B9D3-504F-4B7C-83E8-78BBD50F5E84}" srcOrd="3" destOrd="0" presId="urn:microsoft.com/office/officeart/2018/5/layout/IconCircleLabelList"/>
    <dgm:cxn modelId="{CA1A01A4-7226-4426-897D-B4DB5BB1D9D9}" type="presParOf" srcId="{74396CFC-87EC-416B-918F-C0E24F4D99E0}" destId="{4CB53BEA-B35A-441C-A020-2ACC410CDD91}" srcOrd="3" destOrd="0" presId="urn:microsoft.com/office/officeart/2018/5/layout/IconCircleLabelList"/>
    <dgm:cxn modelId="{0E3400CA-02D2-4750-985A-722836B83956}" type="presParOf" srcId="{74396CFC-87EC-416B-918F-C0E24F4D99E0}" destId="{B6069104-5451-4C7D-9718-5A5BD862B109}" srcOrd="4" destOrd="0" presId="urn:microsoft.com/office/officeart/2018/5/layout/IconCircleLabelList"/>
    <dgm:cxn modelId="{1BEAB095-5056-4F85-A2AD-04FB2E5498F2}" type="presParOf" srcId="{B6069104-5451-4C7D-9718-5A5BD862B109}" destId="{D5595F95-819A-45BF-91A4-93782B11FABE}" srcOrd="0" destOrd="0" presId="urn:microsoft.com/office/officeart/2018/5/layout/IconCircleLabelList"/>
    <dgm:cxn modelId="{E557BC36-E033-4053-B41B-12E20FEC2E82}" type="presParOf" srcId="{B6069104-5451-4C7D-9718-5A5BD862B109}" destId="{80DF2720-7109-4728-B405-A39DCD6D44EF}" srcOrd="1" destOrd="0" presId="urn:microsoft.com/office/officeart/2018/5/layout/IconCircleLabelList"/>
    <dgm:cxn modelId="{744F6E1B-B94F-44C8-9455-9BC499F06685}" type="presParOf" srcId="{B6069104-5451-4C7D-9718-5A5BD862B109}" destId="{694688C7-CB71-49E5-B42E-1401EBA59ECA}" srcOrd="2" destOrd="0" presId="urn:microsoft.com/office/officeart/2018/5/layout/IconCircleLabelList"/>
    <dgm:cxn modelId="{0CE7704A-36C0-467D-BB2B-76CD1BD513D8}" type="presParOf" srcId="{B6069104-5451-4C7D-9718-5A5BD862B109}" destId="{F16E0B65-334F-43EF-8D38-0D0C695F54A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31C7D1-C600-483D-95EF-4E08C5802E8B}"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1EA53E8F-C7A6-4B49-832D-5BA9583BEEBE}">
      <dgm:prSet/>
      <dgm:spPr/>
      <dgm:t>
        <a:bodyPr/>
        <a:lstStyle/>
        <a:p>
          <a:pPr>
            <a:defRPr cap="all"/>
          </a:pPr>
          <a:r>
            <a:rPr lang="de-DE" dirty="0"/>
            <a:t>Punkte für Teilbereiche erfassen</a:t>
          </a:r>
          <a:endParaRPr lang="en-US" dirty="0"/>
        </a:p>
      </dgm:t>
    </dgm:pt>
    <dgm:pt modelId="{E7291B25-C9A9-4E1D-9A86-EB4E3935F693}" type="parTrans" cxnId="{EAE3715A-E396-4A9B-9ED0-2A6E0FA43582}">
      <dgm:prSet/>
      <dgm:spPr/>
      <dgm:t>
        <a:bodyPr/>
        <a:lstStyle/>
        <a:p>
          <a:endParaRPr lang="en-US"/>
        </a:p>
      </dgm:t>
    </dgm:pt>
    <dgm:pt modelId="{C239B9D1-E3D1-4372-84A7-7F5CCB55700D}" type="sibTrans" cxnId="{EAE3715A-E396-4A9B-9ED0-2A6E0FA43582}">
      <dgm:prSet/>
      <dgm:spPr/>
      <dgm:t>
        <a:bodyPr/>
        <a:lstStyle/>
        <a:p>
          <a:endParaRPr lang="en-US"/>
        </a:p>
      </dgm:t>
    </dgm:pt>
    <dgm:pt modelId="{332B7995-B85F-4EAB-BEB4-E664621BC065}">
      <dgm:prSet/>
      <dgm:spPr/>
      <dgm:t>
        <a:bodyPr/>
        <a:lstStyle/>
        <a:p>
          <a:pPr>
            <a:defRPr cap="all"/>
          </a:pPr>
          <a:r>
            <a:rPr lang="de-DE" dirty="0"/>
            <a:t>Kommentare für Teilbereiche erfassen</a:t>
          </a:r>
          <a:endParaRPr lang="en-US" dirty="0"/>
        </a:p>
      </dgm:t>
    </dgm:pt>
    <dgm:pt modelId="{6B12CF1E-9ECA-4048-8A81-9329EAA1BD16}" type="parTrans" cxnId="{AB313BD3-9F07-4FE2-9A8B-2F446A1A91A0}">
      <dgm:prSet/>
      <dgm:spPr/>
      <dgm:t>
        <a:bodyPr/>
        <a:lstStyle/>
        <a:p>
          <a:endParaRPr lang="en-US"/>
        </a:p>
      </dgm:t>
    </dgm:pt>
    <dgm:pt modelId="{9518BB3A-BA78-4B3D-98EF-D1DD1A6E8821}" type="sibTrans" cxnId="{AB313BD3-9F07-4FE2-9A8B-2F446A1A91A0}">
      <dgm:prSet/>
      <dgm:spPr/>
      <dgm:t>
        <a:bodyPr/>
        <a:lstStyle/>
        <a:p>
          <a:endParaRPr lang="en-US"/>
        </a:p>
      </dgm:t>
    </dgm:pt>
    <dgm:pt modelId="{7FD99D6B-FC9B-480C-A91F-8743D9D41CAD}">
      <dgm:prSet/>
      <dgm:spPr/>
      <dgm:t>
        <a:bodyPr/>
        <a:lstStyle/>
        <a:p>
          <a:pPr>
            <a:defRPr cap="all"/>
          </a:pPr>
          <a:r>
            <a:rPr lang="de-DE" dirty="0"/>
            <a:t>Ergebnis ermitteln</a:t>
          </a:r>
          <a:endParaRPr lang="en-US" dirty="0"/>
        </a:p>
      </dgm:t>
    </dgm:pt>
    <dgm:pt modelId="{060602D2-9BB2-4775-B91A-EB4B8D40310B}" type="parTrans" cxnId="{5F7E90B9-978D-4BEF-94CC-29339D3593C7}">
      <dgm:prSet/>
      <dgm:spPr/>
      <dgm:t>
        <a:bodyPr/>
        <a:lstStyle/>
        <a:p>
          <a:endParaRPr lang="en-US"/>
        </a:p>
      </dgm:t>
    </dgm:pt>
    <dgm:pt modelId="{2D82AE97-DDCA-4CC5-9EB7-3507FE2A7D35}" type="sibTrans" cxnId="{5F7E90B9-978D-4BEF-94CC-29339D3593C7}">
      <dgm:prSet/>
      <dgm:spPr/>
      <dgm:t>
        <a:bodyPr/>
        <a:lstStyle/>
        <a:p>
          <a:endParaRPr lang="en-US"/>
        </a:p>
      </dgm:t>
    </dgm:pt>
    <dgm:pt modelId="{27B38B0D-0757-47D9-8F3B-92C60E024002}" type="pres">
      <dgm:prSet presAssocID="{B331C7D1-C600-483D-95EF-4E08C5802E8B}" presName="root" presStyleCnt="0">
        <dgm:presLayoutVars>
          <dgm:dir/>
          <dgm:resizeHandles val="exact"/>
        </dgm:presLayoutVars>
      </dgm:prSet>
      <dgm:spPr/>
    </dgm:pt>
    <dgm:pt modelId="{7C989A48-CE65-4ECA-A5B5-DC2F72D12C74}" type="pres">
      <dgm:prSet presAssocID="{1EA53E8F-C7A6-4B49-832D-5BA9583BEEBE}" presName="compNode" presStyleCnt="0"/>
      <dgm:spPr/>
    </dgm:pt>
    <dgm:pt modelId="{C6FF3F66-3E85-4E79-83DC-FDCC348546B3}" type="pres">
      <dgm:prSet presAssocID="{1EA53E8F-C7A6-4B49-832D-5BA9583BEEBE}" presName="iconBgRect" presStyleLbl="bgShp" presStyleIdx="0" presStyleCnt="3"/>
      <dgm:spPr/>
    </dgm:pt>
    <dgm:pt modelId="{AEFCB884-AF06-43FC-8CE9-21ACF82D083D}" type="pres">
      <dgm:prSet presAssocID="{1EA53E8F-C7A6-4B49-832D-5BA9583BEEB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amera"/>
        </a:ext>
      </dgm:extLst>
    </dgm:pt>
    <dgm:pt modelId="{D380C061-DB77-4479-941D-48C1B945F7CD}" type="pres">
      <dgm:prSet presAssocID="{1EA53E8F-C7A6-4B49-832D-5BA9583BEEBE}" presName="spaceRect" presStyleCnt="0"/>
      <dgm:spPr/>
    </dgm:pt>
    <dgm:pt modelId="{B0733AD3-AA36-4AEA-B179-AE4184F738A9}" type="pres">
      <dgm:prSet presAssocID="{1EA53E8F-C7A6-4B49-832D-5BA9583BEEBE}" presName="textRect" presStyleLbl="revTx" presStyleIdx="0" presStyleCnt="3">
        <dgm:presLayoutVars>
          <dgm:chMax val="1"/>
          <dgm:chPref val="1"/>
        </dgm:presLayoutVars>
      </dgm:prSet>
      <dgm:spPr/>
    </dgm:pt>
    <dgm:pt modelId="{96FE3CEC-B25F-41F6-B490-A1119E1CC7F3}" type="pres">
      <dgm:prSet presAssocID="{C239B9D1-E3D1-4372-84A7-7F5CCB55700D}" presName="sibTrans" presStyleCnt="0"/>
      <dgm:spPr/>
    </dgm:pt>
    <dgm:pt modelId="{E0107995-A1C1-4704-BCD7-F880CE992A85}" type="pres">
      <dgm:prSet presAssocID="{332B7995-B85F-4EAB-BEB4-E664621BC065}" presName="compNode" presStyleCnt="0"/>
      <dgm:spPr/>
    </dgm:pt>
    <dgm:pt modelId="{57F32ABF-8ACB-4583-890C-934519429B73}" type="pres">
      <dgm:prSet presAssocID="{332B7995-B85F-4EAB-BEB4-E664621BC065}" presName="iconBgRect" presStyleLbl="bgShp" presStyleIdx="1" presStyleCnt="3"/>
      <dgm:spPr/>
    </dgm:pt>
    <dgm:pt modelId="{352E03BD-2B18-46C6-86FA-1A82D804AF88}" type="pres">
      <dgm:prSet presAssocID="{332B7995-B85F-4EAB-BEB4-E664621BC06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kument"/>
        </a:ext>
      </dgm:extLst>
    </dgm:pt>
    <dgm:pt modelId="{D24FE022-0432-4E38-BBEC-0CBD1E6EB141}" type="pres">
      <dgm:prSet presAssocID="{332B7995-B85F-4EAB-BEB4-E664621BC065}" presName="spaceRect" presStyleCnt="0"/>
      <dgm:spPr/>
    </dgm:pt>
    <dgm:pt modelId="{E5A342AF-2EB8-4A2D-A5AB-A0BD464FBA07}" type="pres">
      <dgm:prSet presAssocID="{332B7995-B85F-4EAB-BEB4-E664621BC065}" presName="textRect" presStyleLbl="revTx" presStyleIdx="1" presStyleCnt="3">
        <dgm:presLayoutVars>
          <dgm:chMax val="1"/>
          <dgm:chPref val="1"/>
        </dgm:presLayoutVars>
      </dgm:prSet>
      <dgm:spPr/>
    </dgm:pt>
    <dgm:pt modelId="{1DA8C6D4-A31A-4087-8221-0117E916AA74}" type="pres">
      <dgm:prSet presAssocID="{9518BB3A-BA78-4B3D-98EF-D1DD1A6E8821}" presName="sibTrans" presStyleCnt="0"/>
      <dgm:spPr/>
    </dgm:pt>
    <dgm:pt modelId="{82691B58-8450-45ED-8C84-5CC0AC20F5AF}" type="pres">
      <dgm:prSet presAssocID="{7FD99D6B-FC9B-480C-A91F-8743D9D41CAD}" presName="compNode" presStyleCnt="0"/>
      <dgm:spPr/>
    </dgm:pt>
    <dgm:pt modelId="{7196E235-C5E5-4EBE-8D7F-D2AAA30BDE89}" type="pres">
      <dgm:prSet presAssocID="{7FD99D6B-FC9B-480C-A91F-8743D9D41CAD}" presName="iconBgRect" presStyleLbl="bgShp" presStyleIdx="2" presStyleCnt="3"/>
      <dgm:spPr/>
    </dgm:pt>
    <dgm:pt modelId="{47C73F65-9FA9-4920-85CB-9955F7DE3D87}" type="pres">
      <dgm:prSet presAssocID="{7FD99D6B-FC9B-480C-A91F-8743D9D41CA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0D65F484-3030-4572-9655-B3ED8C2EF9FE}" type="pres">
      <dgm:prSet presAssocID="{7FD99D6B-FC9B-480C-A91F-8743D9D41CAD}" presName="spaceRect" presStyleCnt="0"/>
      <dgm:spPr/>
    </dgm:pt>
    <dgm:pt modelId="{7EC90CD8-2497-470D-AC6E-BF18BB313926}" type="pres">
      <dgm:prSet presAssocID="{7FD99D6B-FC9B-480C-A91F-8743D9D41CAD}" presName="textRect" presStyleLbl="revTx" presStyleIdx="2" presStyleCnt="3">
        <dgm:presLayoutVars>
          <dgm:chMax val="1"/>
          <dgm:chPref val="1"/>
        </dgm:presLayoutVars>
      </dgm:prSet>
      <dgm:spPr/>
    </dgm:pt>
  </dgm:ptLst>
  <dgm:cxnLst>
    <dgm:cxn modelId="{F31D1501-B581-4DA3-89CA-6B2235632527}" type="presOf" srcId="{1EA53E8F-C7A6-4B49-832D-5BA9583BEEBE}" destId="{B0733AD3-AA36-4AEA-B179-AE4184F738A9}" srcOrd="0" destOrd="0" presId="urn:microsoft.com/office/officeart/2018/5/layout/IconCircleLabelList"/>
    <dgm:cxn modelId="{0AE2686D-75AB-4399-AFC5-D158C4C30320}" type="presOf" srcId="{B331C7D1-C600-483D-95EF-4E08C5802E8B}" destId="{27B38B0D-0757-47D9-8F3B-92C60E024002}" srcOrd="0" destOrd="0" presId="urn:microsoft.com/office/officeart/2018/5/layout/IconCircleLabelList"/>
    <dgm:cxn modelId="{1590EA4F-58F6-469D-915D-3B2BCE5371B5}" type="presOf" srcId="{7FD99D6B-FC9B-480C-A91F-8743D9D41CAD}" destId="{7EC90CD8-2497-470D-AC6E-BF18BB313926}" srcOrd="0" destOrd="0" presId="urn:microsoft.com/office/officeart/2018/5/layout/IconCircleLabelList"/>
    <dgm:cxn modelId="{EAE3715A-E396-4A9B-9ED0-2A6E0FA43582}" srcId="{B331C7D1-C600-483D-95EF-4E08C5802E8B}" destId="{1EA53E8F-C7A6-4B49-832D-5BA9583BEEBE}" srcOrd="0" destOrd="0" parTransId="{E7291B25-C9A9-4E1D-9A86-EB4E3935F693}" sibTransId="{C239B9D1-E3D1-4372-84A7-7F5CCB55700D}"/>
    <dgm:cxn modelId="{3F752783-BEA2-458D-AE06-757C235FA006}" type="presOf" srcId="{332B7995-B85F-4EAB-BEB4-E664621BC065}" destId="{E5A342AF-2EB8-4A2D-A5AB-A0BD464FBA07}" srcOrd="0" destOrd="0" presId="urn:microsoft.com/office/officeart/2018/5/layout/IconCircleLabelList"/>
    <dgm:cxn modelId="{5F7E90B9-978D-4BEF-94CC-29339D3593C7}" srcId="{B331C7D1-C600-483D-95EF-4E08C5802E8B}" destId="{7FD99D6B-FC9B-480C-A91F-8743D9D41CAD}" srcOrd="2" destOrd="0" parTransId="{060602D2-9BB2-4775-B91A-EB4B8D40310B}" sibTransId="{2D82AE97-DDCA-4CC5-9EB7-3507FE2A7D35}"/>
    <dgm:cxn modelId="{AB313BD3-9F07-4FE2-9A8B-2F446A1A91A0}" srcId="{B331C7D1-C600-483D-95EF-4E08C5802E8B}" destId="{332B7995-B85F-4EAB-BEB4-E664621BC065}" srcOrd="1" destOrd="0" parTransId="{6B12CF1E-9ECA-4048-8A81-9329EAA1BD16}" sibTransId="{9518BB3A-BA78-4B3D-98EF-D1DD1A6E8821}"/>
    <dgm:cxn modelId="{107F3306-D78F-4E35-95D3-4F9F861B84C2}" type="presParOf" srcId="{27B38B0D-0757-47D9-8F3B-92C60E024002}" destId="{7C989A48-CE65-4ECA-A5B5-DC2F72D12C74}" srcOrd="0" destOrd="0" presId="urn:microsoft.com/office/officeart/2018/5/layout/IconCircleLabelList"/>
    <dgm:cxn modelId="{B7C41A3F-B1C5-4EE9-8B38-59691D8845BC}" type="presParOf" srcId="{7C989A48-CE65-4ECA-A5B5-DC2F72D12C74}" destId="{C6FF3F66-3E85-4E79-83DC-FDCC348546B3}" srcOrd="0" destOrd="0" presId="urn:microsoft.com/office/officeart/2018/5/layout/IconCircleLabelList"/>
    <dgm:cxn modelId="{B9A011E8-EE0F-40C3-A7A1-985AFFCB415F}" type="presParOf" srcId="{7C989A48-CE65-4ECA-A5B5-DC2F72D12C74}" destId="{AEFCB884-AF06-43FC-8CE9-21ACF82D083D}" srcOrd="1" destOrd="0" presId="urn:microsoft.com/office/officeart/2018/5/layout/IconCircleLabelList"/>
    <dgm:cxn modelId="{B0CE5516-6DED-4E2E-9E57-0FA9C78FF444}" type="presParOf" srcId="{7C989A48-CE65-4ECA-A5B5-DC2F72D12C74}" destId="{D380C061-DB77-4479-941D-48C1B945F7CD}" srcOrd="2" destOrd="0" presId="urn:microsoft.com/office/officeart/2018/5/layout/IconCircleLabelList"/>
    <dgm:cxn modelId="{2E54F26E-0101-4FDE-83B5-46AD8BFED805}" type="presParOf" srcId="{7C989A48-CE65-4ECA-A5B5-DC2F72D12C74}" destId="{B0733AD3-AA36-4AEA-B179-AE4184F738A9}" srcOrd="3" destOrd="0" presId="urn:microsoft.com/office/officeart/2018/5/layout/IconCircleLabelList"/>
    <dgm:cxn modelId="{D23DCA03-FB45-49AD-A220-4E4393561C3E}" type="presParOf" srcId="{27B38B0D-0757-47D9-8F3B-92C60E024002}" destId="{96FE3CEC-B25F-41F6-B490-A1119E1CC7F3}" srcOrd="1" destOrd="0" presId="urn:microsoft.com/office/officeart/2018/5/layout/IconCircleLabelList"/>
    <dgm:cxn modelId="{8A5C8E5E-B6A7-45F7-BD41-97B1F0912A02}" type="presParOf" srcId="{27B38B0D-0757-47D9-8F3B-92C60E024002}" destId="{E0107995-A1C1-4704-BCD7-F880CE992A85}" srcOrd="2" destOrd="0" presId="urn:microsoft.com/office/officeart/2018/5/layout/IconCircleLabelList"/>
    <dgm:cxn modelId="{56EF7612-BAE1-4A71-9993-88D62521167A}" type="presParOf" srcId="{E0107995-A1C1-4704-BCD7-F880CE992A85}" destId="{57F32ABF-8ACB-4583-890C-934519429B73}" srcOrd="0" destOrd="0" presId="urn:microsoft.com/office/officeart/2018/5/layout/IconCircleLabelList"/>
    <dgm:cxn modelId="{0368A265-007E-4FE8-8B41-7401C71D15A7}" type="presParOf" srcId="{E0107995-A1C1-4704-BCD7-F880CE992A85}" destId="{352E03BD-2B18-46C6-86FA-1A82D804AF88}" srcOrd="1" destOrd="0" presId="urn:microsoft.com/office/officeart/2018/5/layout/IconCircleLabelList"/>
    <dgm:cxn modelId="{51048288-59EC-4FAA-9F7B-F5DBD631C717}" type="presParOf" srcId="{E0107995-A1C1-4704-BCD7-F880CE992A85}" destId="{D24FE022-0432-4E38-BBEC-0CBD1E6EB141}" srcOrd="2" destOrd="0" presId="urn:microsoft.com/office/officeart/2018/5/layout/IconCircleLabelList"/>
    <dgm:cxn modelId="{2943D9B8-6290-4A09-B0E3-F261634D1523}" type="presParOf" srcId="{E0107995-A1C1-4704-BCD7-F880CE992A85}" destId="{E5A342AF-2EB8-4A2D-A5AB-A0BD464FBA07}" srcOrd="3" destOrd="0" presId="urn:microsoft.com/office/officeart/2018/5/layout/IconCircleLabelList"/>
    <dgm:cxn modelId="{C9F0BA87-94A2-4AE0-87C7-33FEDE8F0041}" type="presParOf" srcId="{27B38B0D-0757-47D9-8F3B-92C60E024002}" destId="{1DA8C6D4-A31A-4087-8221-0117E916AA74}" srcOrd="3" destOrd="0" presId="urn:microsoft.com/office/officeart/2018/5/layout/IconCircleLabelList"/>
    <dgm:cxn modelId="{4DE02EBE-E55A-46D4-96F8-BC130F5103E1}" type="presParOf" srcId="{27B38B0D-0757-47D9-8F3B-92C60E024002}" destId="{82691B58-8450-45ED-8C84-5CC0AC20F5AF}" srcOrd="4" destOrd="0" presId="urn:microsoft.com/office/officeart/2018/5/layout/IconCircleLabelList"/>
    <dgm:cxn modelId="{F9B0877A-8190-4960-AA03-39BC6844A902}" type="presParOf" srcId="{82691B58-8450-45ED-8C84-5CC0AC20F5AF}" destId="{7196E235-C5E5-4EBE-8D7F-D2AAA30BDE89}" srcOrd="0" destOrd="0" presId="urn:microsoft.com/office/officeart/2018/5/layout/IconCircleLabelList"/>
    <dgm:cxn modelId="{0D0B1145-6F70-45E7-A92E-E05229F9C3C8}" type="presParOf" srcId="{82691B58-8450-45ED-8C84-5CC0AC20F5AF}" destId="{47C73F65-9FA9-4920-85CB-9955F7DE3D87}" srcOrd="1" destOrd="0" presId="urn:microsoft.com/office/officeart/2018/5/layout/IconCircleLabelList"/>
    <dgm:cxn modelId="{AA759A8F-0CA2-475F-9A4B-445BEA9B159E}" type="presParOf" srcId="{82691B58-8450-45ED-8C84-5CC0AC20F5AF}" destId="{0D65F484-3030-4572-9655-B3ED8C2EF9FE}" srcOrd="2" destOrd="0" presId="urn:microsoft.com/office/officeart/2018/5/layout/IconCircleLabelList"/>
    <dgm:cxn modelId="{F0ADBB98-1CAA-4F3B-98D1-2B8A89917361}" type="presParOf" srcId="{82691B58-8450-45ED-8C84-5CC0AC20F5AF}" destId="{7EC90CD8-2497-470D-AC6E-BF18BB31392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31C7D1-C600-483D-95EF-4E08C5802E8B}"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1EA53E8F-C7A6-4B49-832D-5BA9583BEEBE}">
      <dgm:prSet/>
      <dgm:spPr/>
      <dgm:t>
        <a:bodyPr/>
        <a:lstStyle/>
        <a:p>
          <a:pPr>
            <a:lnSpc>
              <a:spcPct val="100000"/>
            </a:lnSpc>
            <a:defRPr cap="all"/>
          </a:pPr>
          <a:r>
            <a:rPr lang="de-DE" dirty="0"/>
            <a:t>Fragen auswählen</a:t>
          </a:r>
          <a:endParaRPr lang="en-US" dirty="0"/>
        </a:p>
      </dgm:t>
    </dgm:pt>
    <dgm:pt modelId="{E7291B25-C9A9-4E1D-9A86-EB4E3935F693}" type="parTrans" cxnId="{EAE3715A-E396-4A9B-9ED0-2A6E0FA43582}">
      <dgm:prSet/>
      <dgm:spPr/>
      <dgm:t>
        <a:bodyPr/>
        <a:lstStyle/>
        <a:p>
          <a:endParaRPr lang="en-US"/>
        </a:p>
      </dgm:t>
    </dgm:pt>
    <dgm:pt modelId="{C239B9D1-E3D1-4372-84A7-7F5CCB55700D}" type="sibTrans" cxnId="{EAE3715A-E396-4A9B-9ED0-2A6E0FA43582}">
      <dgm:prSet/>
      <dgm:spPr/>
      <dgm:t>
        <a:bodyPr/>
        <a:lstStyle/>
        <a:p>
          <a:endParaRPr lang="en-US"/>
        </a:p>
      </dgm:t>
    </dgm:pt>
    <dgm:pt modelId="{332B7995-B85F-4EAB-BEB4-E664621BC065}">
      <dgm:prSet/>
      <dgm:spPr/>
      <dgm:t>
        <a:bodyPr/>
        <a:lstStyle/>
        <a:p>
          <a:pPr>
            <a:lnSpc>
              <a:spcPct val="100000"/>
            </a:lnSpc>
            <a:defRPr cap="all"/>
          </a:pPr>
          <a:r>
            <a:rPr lang="de-DE" dirty="0"/>
            <a:t>Bepunktung je frage erfassen</a:t>
          </a:r>
          <a:endParaRPr lang="en-US" dirty="0"/>
        </a:p>
      </dgm:t>
    </dgm:pt>
    <dgm:pt modelId="{6B12CF1E-9ECA-4048-8A81-9329EAA1BD16}" type="parTrans" cxnId="{AB313BD3-9F07-4FE2-9A8B-2F446A1A91A0}">
      <dgm:prSet/>
      <dgm:spPr/>
      <dgm:t>
        <a:bodyPr/>
        <a:lstStyle/>
        <a:p>
          <a:endParaRPr lang="en-US"/>
        </a:p>
      </dgm:t>
    </dgm:pt>
    <dgm:pt modelId="{9518BB3A-BA78-4B3D-98EF-D1DD1A6E8821}" type="sibTrans" cxnId="{AB313BD3-9F07-4FE2-9A8B-2F446A1A91A0}">
      <dgm:prSet/>
      <dgm:spPr/>
      <dgm:t>
        <a:bodyPr/>
        <a:lstStyle/>
        <a:p>
          <a:endParaRPr lang="en-US"/>
        </a:p>
      </dgm:t>
    </dgm:pt>
    <dgm:pt modelId="{7FD99D6B-FC9B-480C-A91F-8743D9D41CAD}">
      <dgm:prSet/>
      <dgm:spPr/>
      <dgm:t>
        <a:bodyPr/>
        <a:lstStyle/>
        <a:p>
          <a:pPr>
            <a:lnSpc>
              <a:spcPct val="100000"/>
            </a:lnSpc>
            <a:defRPr cap="all"/>
          </a:pPr>
          <a:r>
            <a:rPr lang="de-DE" dirty="0"/>
            <a:t>Ergebnis ermitteln</a:t>
          </a:r>
          <a:endParaRPr lang="en-US" dirty="0"/>
        </a:p>
      </dgm:t>
    </dgm:pt>
    <dgm:pt modelId="{060602D2-9BB2-4775-B91A-EB4B8D40310B}" type="parTrans" cxnId="{5F7E90B9-978D-4BEF-94CC-29339D3593C7}">
      <dgm:prSet/>
      <dgm:spPr/>
      <dgm:t>
        <a:bodyPr/>
        <a:lstStyle/>
        <a:p>
          <a:endParaRPr lang="en-US"/>
        </a:p>
      </dgm:t>
    </dgm:pt>
    <dgm:pt modelId="{2D82AE97-DDCA-4CC5-9EB7-3507FE2A7D35}" type="sibTrans" cxnId="{5F7E90B9-978D-4BEF-94CC-29339D3593C7}">
      <dgm:prSet/>
      <dgm:spPr/>
      <dgm:t>
        <a:bodyPr/>
        <a:lstStyle/>
        <a:p>
          <a:endParaRPr lang="en-US"/>
        </a:p>
      </dgm:t>
    </dgm:pt>
    <dgm:pt modelId="{27B38B0D-0757-47D9-8F3B-92C60E024002}" type="pres">
      <dgm:prSet presAssocID="{B331C7D1-C600-483D-95EF-4E08C5802E8B}" presName="root" presStyleCnt="0">
        <dgm:presLayoutVars>
          <dgm:dir/>
          <dgm:resizeHandles val="exact"/>
        </dgm:presLayoutVars>
      </dgm:prSet>
      <dgm:spPr/>
    </dgm:pt>
    <dgm:pt modelId="{7C989A48-CE65-4ECA-A5B5-DC2F72D12C74}" type="pres">
      <dgm:prSet presAssocID="{1EA53E8F-C7A6-4B49-832D-5BA9583BEEBE}" presName="compNode" presStyleCnt="0"/>
      <dgm:spPr/>
    </dgm:pt>
    <dgm:pt modelId="{C6FF3F66-3E85-4E79-83DC-FDCC348546B3}" type="pres">
      <dgm:prSet presAssocID="{1EA53E8F-C7A6-4B49-832D-5BA9583BEEBE}" presName="iconBgRect" presStyleLbl="bgShp" presStyleIdx="0" presStyleCnt="3"/>
      <dgm:spPr/>
    </dgm:pt>
    <dgm:pt modelId="{AEFCB884-AF06-43FC-8CE9-21ACF82D083D}" type="pres">
      <dgm:prSet presAssocID="{1EA53E8F-C7A6-4B49-832D-5BA9583BEEB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amera"/>
        </a:ext>
      </dgm:extLst>
    </dgm:pt>
    <dgm:pt modelId="{D380C061-DB77-4479-941D-48C1B945F7CD}" type="pres">
      <dgm:prSet presAssocID="{1EA53E8F-C7A6-4B49-832D-5BA9583BEEBE}" presName="spaceRect" presStyleCnt="0"/>
      <dgm:spPr/>
    </dgm:pt>
    <dgm:pt modelId="{B0733AD3-AA36-4AEA-B179-AE4184F738A9}" type="pres">
      <dgm:prSet presAssocID="{1EA53E8F-C7A6-4B49-832D-5BA9583BEEBE}" presName="textRect" presStyleLbl="revTx" presStyleIdx="0" presStyleCnt="3">
        <dgm:presLayoutVars>
          <dgm:chMax val="1"/>
          <dgm:chPref val="1"/>
        </dgm:presLayoutVars>
      </dgm:prSet>
      <dgm:spPr/>
    </dgm:pt>
    <dgm:pt modelId="{96FE3CEC-B25F-41F6-B490-A1119E1CC7F3}" type="pres">
      <dgm:prSet presAssocID="{C239B9D1-E3D1-4372-84A7-7F5CCB55700D}" presName="sibTrans" presStyleCnt="0"/>
      <dgm:spPr/>
    </dgm:pt>
    <dgm:pt modelId="{E0107995-A1C1-4704-BCD7-F880CE992A85}" type="pres">
      <dgm:prSet presAssocID="{332B7995-B85F-4EAB-BEB4-E664621BC065}" presName="compNode" presStyleCnt="0"/>
      <dgm:spPr/>
    </dgm:pt>
    <dgm:pt modelId="{57F32ABF-8ACB-4583-890C-934519429B73}" type="pres">
      <dgm:prSet presAssocID="{332B7995-B85F-4EAB-BEB4-E664621BC065}" presName="iconBgRect" presStyleLbl="bgShp" presStyleIdx="1" presStyleCnt="3"/>
      <dgm:spPr/>
    </dgm:pt>
    <dgm:pt modelId="{352E03BD-2B18-46C6-86FA-1A82D804AF88}" type="pres">
      <dgm:prSet presAssocID="{332B7995-B85F-4EAB-BEB4-E664621BC06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kument"/>
        </a:ext>
      </dgm:extLst>
    </dgm:pt>
    <dgm:pt modelId="{D24FE022-0432-4E38-BBEC-0CBD1E6EB141}" type="pres">
      <dgm:prSet presAssocID="{332B7995-B85F-4EAB-BEB4-E664621BC065}" presName="spaceRect" presStyleCnt="0"/>
      <dgm:spPr/>
    </dgm:pt>
    <dgm:pt modelId="{E5A342AF-2EB8-4A2D-A5AB-A0BD464FBA07}" type="pres">
      <dgm:prSet presAssocID="{332B7995-B85F-4EAB-BEB4-E664621BC065}" presName="textRect" presStyleLbl="revTx" presStyleIdx="1" presStyleCnt="3">
        <dgm:presLayoutVars>
          <dgm:chMax val="1"/>
          <dgm:chPref val="1"/>
        </dgm:presLayoutVars>
      </dgm:prSet>
      <dgm:spPr/>
    </dgm:pt>
    <dgm:pt modelId="{1DA8C6D4-A31A-4087-8221-0117E916AA74}" type="pres">
      <dgm:prSet presAssocID="{9518BB3A-BA78-4B3D-98EF-D1DD1A6E8821}" presName="sibTrans" presStyleCnt="0"/>
      <dgm:spPr/>
    </dgm:pt>
    <dgm:pt modelId="{82691B58-8450-45ED-8C84-5CC0AC20F5AF}" type="pres">
      <dgm:prSet presAssocID="{7FD99D6B-FC9B-480C-A91F-8743D9D41CAD}" presName="compNode" presStyleCnt="0"/>
      <dgm:spPr/>
    </dgm:pt>
    <dgm:pt modelId="{7196E235-C5E5-4EBE-8D7F-D2AAA30BDE89}" type="pres">
      <dgm:prSet presAssocID="{7FD99D6B-FC9B-480C-A91F-8743D9D41CAD}" presName="iconBgRect" presStyleLbl="bgShp" presStyleIdx="2" presStyleCnt="3"/>
      <dgm:spPr/>
    </dgm:pt>
    <dgm:pt modelId="{47C73F65-9FA9-4920-85CB-9955F7DE3D87}" type="pres">
      <dgm:prSet presAssocID="{7FD99D6B-FC9B-480C-A91F-8743D9D41CA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0D65F484-3030-4572-9655-B3ED8C2EF9FE}" type="pres">
      <dgm:prSet presAssocID="{7FD99D6B-FC9B-480C-A91F-8743D9D41CAD}" presName="spaceRect" presStyleCnt="0"/>
      <dgm:spPr/>
    </dgm:pt>
    <dgm:pt modelId="{7EC90CD8-2497-470D-AC6E-BF18BB313926}" type="pres">
      <dgm:prSet presAssocID="{7FD99D6B-FC9B-480C-A91F-8743D9D41CAD}" presName="textRect" presStyleLbl="revTx" presStyleIdx="2" presStyleCnt="3">
        <dgm:presLayoutVars>
          <dgm:chMax val="1"/>
          <dgm:chPref val="1"/>
        </dgm:presLayoutVars>
      </dgm:prSet>
      <dgm:spPr/>
    </dgm:pt>
  </dgm:ptLst>
  <dgm:cxnLst>
    <dgm:cxn modelId="{F31D1501-B581-4DA3-89CA-6B2235632527}" type="presOf" srcId="{1EA53E8F-C7A6-4B49-832D-5BA9583BEEBE}" destId="{B0733AD3-AA36-4AEA-B179-AE4184F738A9}" srcOrd="0" destOrd="0" presId="urn:microsoft.com/office/officeart/2018/5/layout/IconCircleLabelList"/>
    <dgm:cxn modelId="{0AE2686D-75AB-4399-AFC5-D158C4C30320}" type="presOf" srcId="{B331C7D1-C600-483D-95EF-4E08C5802E8B}" destId="{27B38B0D-0757-47D9-8F3B-92C60E024002}" srcOrd="0" destOrd="0" presId="urn:microsoft.com/office/officeart/2018/5/layout/IconCircleLabelList"/>
    <dgm:cxn modelId="{1590EA4F-58F6-469D-915D-3B2BCE5371B5}" type="presOf" srcId="{7FD99D6B-FC9B-480C-A91F-8743D9D41CAD}" destId="{7EC90CD8-2497-470D-AC6E-BF18BB313926}" srcOrd="0" destOrd="0" presId="urn:microsoft.com/office/officeart/2018/5/layout/IconCircleLabelList"/>
    <dgm:cxn modelId="{EAE3715A-E396-4A9B-9ED0-2A6E0FA43582}" srcId="{B331C7D1-C600-483D-95EF-4E08C5802E8B}" destId="{1EA53E8F-C7A6-4B49-832D-5BA9583BEEBE}" srcOrd="0" destOrd="0" parTransId="{E7291B25-C9A9-4E1D-9A86-EB4E3935F693}" sibTransId="{C239B9D1-E3D1-4372-84A7-7F5CCB55700D}"/>
    <dgm:cxn modelId="{3F752783-BEA2-458D-AE06-757C235FA006}" type="presOf" srcId="{332B7995-B85F-4EAB-BEB4-E664621BC065}" destId="{E5A342AF-2EB8-4A2D-A5AB-A0BD464FBA07}" srcOrd="0" destOrd="0" presId="urn:microsoft.com/office/officeart/2018/5/layout/IconCircleLabelList"/>
    <dgm:cxn modelId="{5F7E90B9-978D-4BEF-94CC-29339D3593C7}" srcId="{B331C7D1-C600-483D-95EF-4E08C5802E8B}" destId="{7FD99D6B-FC9B-480C-A91F-8743D9D41CAD}" srcOrd="2" destOrd="0" parTransId="{060602D2-9BB2-4775-B91A-EB4B8D40310B}" sibTransId="{2D82AE97-DDCA-4CC5-9EB7-3507FE2A7D35}"/>
    <dgm:cxn modelId="{AB313BD3-9F07-4FE2-9A8B-2F446A1A91A0}" srcId="{B331C7D1-C600-483D-95EF-4E08C5802E8B}" destId="{332B7995-B85F-4EAB-BEB4-E664621BC065}" srcOrd="1" destOrd="0" parTransId="{6B12CF1E-9ECA-4048-8A81-9329EAA1BD16}" sibTransId="{9518BB3A-BA78-4B3D-98EF-D1DD1A6E8821}"/>
    <dgm:cxn modelId="{107F3306-D78F-4E35-95D3-4F9F861B84C2}" type="presParOf" srcId="{27B38B0D-0757-47D9-8F3B-92C60E024002}" destId="{7C989A48-CE65-4ECA-A5B5-DC2F72D12C74}" srcOrd="0" destOrd="0" presId="urn:microsoft.com/office/officeart/2018/5/layout/IconCircleLabelList"/>
    <dgm:cxn modelId="{B7C41A3F-B1C5-4EE9-8B38-59691D8845BC}" type="presParOf" srcId="{7C989A48-CE65-4ECA-A5B5-DC2F72D12C74}" destId="{C6FF3F66-3E85-4E79-83DC-FDCC348546B3}" srcOrd="0" destOrd="0" presId="urn:microsoft.com/office/officeart/2018/5/layout/IconCircleLabelList"/>
    <dgm:cxn modelId="{B9A011E8-EE0F-40C3-A7A1-985AFFCB415F}" type="presParOf" srcId="{7C989A48-CE65-4ECA-A5B5-DC2F72D12C74}" destId="{AEFCB884-AF06-43FC-8CE9-21ACF82D083D}" srcOrd="1" destOrd="0" presId="urn:microsoft.com/office/officeart/2018/5/layout/IconCircleLabelList"/>
    <dgm:cxn modelId="{B0CE5516-6DED-4E2E-9E57-0FA9C78FF444}" type="presParOf" srcId="{7C989A48-CE65-4ECA-A5B5-DC2F72D12C74}" destId="{D380C061-DB77-4479-941D-48C1B945F7CD}" srcOrd="2" destOrd="0" presId="urn:microsoft.com/office/officeart/2018/5/layout/IconCircleLabelList"/>
    <dgm:cxn modelId="{2E54F26E-0101-4FDE-83B5-46AD8BFED805}" type="presParOf" srcId="{7C989A48-CE65-4ECA-A5B5-DC2F72D12C74}" destId="{B0733AD3-AA36-4AEA-B179-AE4184F738A9}" srcOrd="3" destOrd="0" presId="urn:microsoft.com/office/officeart/2018/5/layout/IconCircleLabelList"/>
    <dgm:cxn modelId="{D23DCA03-FB45-49AD-A220-4E4393561C3E}" type="presParOf" srcId="{27B38B0D-0757-47D9-8F3B-92C60E024002}" destId="{96FE3CEC-B25F-41F6-B490-A1119E1CC7F3}" srcOrd="1" destOrd="0" presId="urn:microsoft.com/office/officeart/2018/5/layout/IconCircleLabelList"/>
    <dgm:cxn modelId="{8A5C8E5E-B6A7-45F7-BD41-97B1F0912A02}" type="presParOf" srcId="{27B38B0D-0757-47D9-8F3B-92C60E024002}" destId="{E0107995-A1C1-4704-BCD7-F880CE992A85}" srcOrd="2" destOrd="0" presId="urn:microsoft.com/office/officeart/2018/5/layout/IconCircleLabelList"/>
    <dgm:cxn modelId="{56EF7612-BAE1-4A71-9993-88D62521167A}" type="presParOf" srcId="{E0107995-A1C1-4704-BCD7-F880CE992A85}" destId="{57F32ABF-8ACB-4583-890C-934519429B73}" srcOrd="0" destOrd="0" presId="urn:microsoft.com/office/officeart/2018/5/layout/IconCircleLabelList"/>
    <dgm:cxn modelId="{0368A265-007E-4FE8-8B41-7401C71D15A7}" type="presParOf" srcId="{E0107995-A1C1-4704-BCD7-F880CE992A85}" destId="{352E03BD-2B18-46C6-86FA-1A82D804AF88}" srcOrd="1" destOrd="0" presId="urn:microsoft.com/office/officeart/2018/5/layout/IconCircleLabelList"/>
    <dgm:cxn modelId="{51048288-59EC-4FAA-9F7B-F5DBD631C717}" type="presParOf" srcId="{E0107995-A1C1-4704-BCD7-F880CE992A85}" destId="{D24FE022-0432-4E38-BBEC-0CBD1E6EB141}" srcOrd="2" destOrd="0" presId="urn:microsoft.com/office/officeart/2018/5/layout/IconCircleLabelList"/>
    <dgm:cxn modelId="{2943D9B8-6290-4A09-B0E3-F261634D1523}" type="presParOf" srcId="{E0107995-A1C1-4704-BCD7-F880CE992A85}" destId="{E5A342AF-2EB8-4A2D-A5AB-A0BD464FBA07}" srcOrd="3" destOrd="0" presId="urn:microsoft.com/office/officeart/2018/5/layout/IconCircleLabelList"/>
    <dgm:cxn modelId="{C9F0BA87-94A2-4AE0-87C7-33FEDE8F0041}" type="presParOf" srcId="{27B38B0D-0757-47D9-8F3B-92C60E024002}" destId="{1DA8C6D4-A31A-4087-8221-0117E916AA74}" srcOrd="3" destOrd="0" presId="urn:microsoft.com/office/officeart/2018/5/layout/IconCircleLabelList"/>
    <dgm:cxn modelId="{4DE02EBE-E55A-46D4-96F8-BC130F5103E1}" type="presParOf" srcId="{27B38B0D-0757-47D9-8F3B-92C60E024002}" destId="{82691B58-8450-45ED-8C84-5CC0AC20F5AF}" srcOrd="4" destOrd="0" presId="urn:microsoft.com/office/officeart/2018/5/layout/IconCircleLabelList"/>
    <dgm:cxn modelId="{F9B0877A-8190-4960-AA03-39BC6844A902}" type="presParOf" srcId="{82691B58-8450-45ED-8C84-5CC0AC20F5AF}" destId="{7196E235-C5E5-4EBE-8D7F-D2AAA30BDE89}" srcOrd="0" destOrd="0" presId="urn:microsoft.com/office/officeart/2018/5/layout/IconCircleLabelList"/>
    <dgm:cxn modelId="{0D0B1145-6F70-45E7-A92E-E05229F9C3C8}" type="presParOf" srcId="{82691B58-8450-45ED-8C84-5CC0AC20F5AF}" destId="{47C73F65-9FA9-4920-85CB-9955F7DE3D87}" srcOrd="1" destOrd="0" presId="urn:microsoft.com/office/officeart/2018/5/layout/IconCircleLabelList"/>
    <dgm:cxn modelId="{AA759A8F-0CA2-475F-9A4B-445BEA9B159E}" type="presParOf" srcId="{82691B58-8450-45ED-8C84-5CC0AC20F5AF}" destId="{0D65F484-3030-4572-9655-B3ED8C2EF9FE}" srcOrd="2" destOrd="0" presId="urn:microsoft.com/office/officeart/2018/5/layout/IconCircleLabelList"/>
    <dgm:cxn modelId="{F0ADBB98-1CAA-4F3B-98D1-2B8A89917361}" type="presParOf" srcId="{82691B58-8450-45ED-8C84-5CC0AC20F5AF}" destId="{7EC90CD8-2497-470D-AC6E-BF18BB31392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331C7D1-C600-483D-95EF-4E08C5802E8B}"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1EA53E8F-C7A6-4B49-832D-5BA9583BEEBE}">
      <dgm:prSet/>
      <dgm:spPr/>
      <dgm:t>
        <a:bodyPr/>
        <a:lstStyle/>
        <a:p>
          <a:pPr>
            <a:lnSpc>
              <a:spcPct val="100000"/>
            </a:lnSpc>
            <a:defRPr cap="all"/>
          </a:pPr>
          <a:r>
            <a:rPr lang="de-DE" dirty="0"/>
            <a:t>Punktzahl der schriftlichen Prüfung erfassen</a:t>
          </a:r>
          <a:endParaRPr lang="en-US" dirty="0"/>
        </a:p>
      </dgm:t>
    </dgm:pt>
    <dgm:pt modelId="{E7291B25-C9A9-4E1D-9A86-EB4E3935F693}" type="parTrans" cxnId="{EAE3715A-E396-4A9B-9ED0-2A6E0FA43582}">
      <dgm:prSet/>
      <dgm:spPr/>
      <dgm:t>
        <a:bodyPr/>
        <a:lstStyle/>
        <a:p>
          <a:endParaRPr lang="en-US"/>
        </a:p>
      </dgm:t>
    </dgm:pt>
    <dgm:pt modelId="{C239B9D1-E3D1-4372-84A7-7F5CCB55700D}" type="sibTrans" cxnId="{EAE3715A-E396-4A9B-9ED0-2A6E0FA43582}">
      <dgm:prSet/>
      <dgm:spPr/>
      <dgm:t>
        <a:bodyPr/>
        <a:lstStyle/>
        <a:p>
          <a:endParaRPr lang="en-US"/>
        </a:p>
      </dgm:t>
    </dgm:pt>
    <dgm:pt modelId="{332B7995-B85F-4EAB-BEB4-E664621BC065}">
      <dgm:prSet/>
      <dgm:spPr/>
      <dgm:t>
        <a:bodyPr/>
        <a:lstStyle/>
        <a:p>
          <a:pPr>
            <a:lnSpc>
              <a:spcPct val="100000"/>
            </a:lnSpc>
            <a:defRPr cap="all"/>
          </a:pPr>
          <a:r>
            <a:rPr lang="de-DE" dirty="0"/>
            <a:t>Übersicht über gesamtpunktzahl je Bereich</a:t>
          </a:r>
          <a:endParaRPr lang="en-US" dirty="0"/>
        </a:p>
      </dgm:t>
    </dgm:pt>
    <dgm:pt modelId="{6B12CF1E-9ECA-4048-8A81-9329EAA1BD16}" type="parTrans" cxnId="{AB313BD3-9F07-4FE2-9A8B-2F446A1A91A0}">
      <dgm:prSet/>
      <dgm:spPr/>
      <dgm:t>
        <a:bodyPr/>
        <a:lstStyle/>
        <a:p>
          <a:endParaRPr lang="en-US"/>
        </a:p>
      </dgm:t>
    </dgm:pt>
    <dgm:pt modelId="{9518BB3A-BA78-4B3D-98EF-D1DD1A6E8821}" type="sibTrans" cxnId="{AB313BD3-9F07-4FE2-9A8B-2F446A1A91A0}">
      <dgm:prSet/>
      <dgm:spPr/>
      <dgm:t>
        <a:bodyPr/>
        <a:lstStyle/>
        <a:p>
          <a:endParaRPr lang="en-US"/>
        </a:p>
      </dgm:t>
    </dgm:pt>
    <dgm:pt modelId="{7FD99D6B-FC9B-480C-A91F-8743D9D41CAD}">
      <dgm:prSet/>
      <dgm:spPr/>
      <dgm:t>
        <a:bodyPr/>
        <a:lstStyle/>
        <a:p>
          <a:pPr>
            <a:lnSpc>
              <a:spcPct val="100000"/>
            </a:lnSpc>
            <a:defRPr cap="all"/>
          </a:pPr>
          <a:r>
            <a:rPr lang="de-DE" dirty="0"/>
            <a:t>Übersicht über Gesamtpunktzahl und Note</a:t>
          </a:r>
          <a:endParaRPr lang="en-US" dirty="0"/>
        </a:p>
      </dgm:t>
    </dgm:pt>
    <dgm:pt modelId="{060602D2-9BB2-4775-B91A-EB4B8D40310B}" type="parTrans" cxnId="{5F7E90B9-978D-4BEF-94CC-29339D3593C7}">
      <dgm:prSet/>
      <dgm:spPr/>
      <dgm:t>
        <a:bodyPr/>
        <a:lstStyle/>
        <a:p>
          <a:endParaRPr lang="en-US"/>
        </a:p>
      </dgm:t>
    </dgm:pt>
    <dgm:pt modelId="{2D82AE97-DDCA-4CC5-9EB7-3507FE2A7D35}" type="sibTrans" cxnId="{5F7E90B9-978D-4BEF-94CC-29339D3593C7}">
      <dgm:prSet/>
      <dgm:spPr/>
      <dgm:t>
        <a:bodyPr/>
        <a:lstStyle/>
        <a:p>
          <a:endParaRPr lang="en-US"/>
        </a:p>
      </dgm:t>
    </dgm:pt>
    <dgm:pt modelId="{27B38B0D-0757-47D9-8F3B-92C60E024002}" type="pres">
      <dgm:prSet presAssocID="{B331C7D1-C600-483D-95EF-4E08C5802E8B}" presName="root" presStyleCnt="0">
        <dgm:presLayoutVars>
          <dgm:dir/>
          <dgm:resizeHandles val="exact"/>
        </dgm:presLayoutVars>
      </dgm:prSet>
      <dgm:spPr/>
    </dgm:pt>
    <dgm:pt modelId="{7C989A48-CE65-4ECA-A5B5-DC2F72D12C74}" type="pres">
      <dgm:prSet presAssocID="{1EA53E8F-C7A6-4B49-832D-5BA9583BEEBE}" presName="compNode" presStyleCnt="0"/>
      <dgm:spPr/>
    </dgm:pt>
    <dgm:pt modelId="{C6FF3F66-3E85-4E79-83DC-FDCC348546B3}" type="pres">
      <dgm:prSet presAssocID="{1EA53E8F-C7A6-4B49-832D-5BA9583BEEBE}" presName="iconBgRect" presStyleLbl="bgShp" presStyleIdx="0" presStyleCnt="3"/>
      <dgm:spPr/>
    </dgm:pt>
    <dgm:pt modelId="{AEFCB884-AF06-43FC-8CE9-21ACF82D083D}" type="pres">
      <dgm:prSet presAssocID="{1EA53E8F-C7A6-4B49-832D-5BA9583BEEB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amera"/>
        </a:ext>
      </dgm:extLst>
    </dgm:pt>
    <dgm:pt modelId="{D380C061-DB77-4479-941D-48C1B945F7CD}" type="pres">
      <dgm:prSet presAssocID="{1EA53E8F-C7A6-4B49-832D-5BA9583BEEBE}" presName="spaceRect" presStyleCnt="0"/>
      <dgm:spPr/>
    </dgm:pt>
    <dgm:pt modelId="{B0733AD3-AA36-4AEA-B179-AE4184F738A9}" type="pres">
      <dgm:prSet presAssocID="{1EA53E8F-C7A6-4B49-832D-5BA9583BEEBE}" presName="textRect" presStyleLbl="revTx" presStyleIdx="0" presStyleCnt="3">
        <dgm:presLayoutVars>
          <dgm:chMax val="1"/>
          <dgm:chPref val="1"/>
        </dgm:presLayoutVars>
      </dgm:prSet>
      <dgm:spPr/>
    </dgm:pt>
    <dgm:pt modelId="{96FE3CEC-B25F-41F6-B490-A1119E1CC7F3}" type="pres">
      <dgm:prSet presAssocID="{C239B9D1-E3D1-4372-84A7-7F5CCB55700D}" presName="sibTrans" presStyleCnt="0"/>
      <dgm:spPr/>
    </dgm:pt>
    <dgm:pt modelId="{E0107995-A1C1-4704-BCD7-F880CE992A85}" type="pres">
      <dgm:prSet presAssocID="{332B7995-B85F-4EAB-BEB4-E664621BC065}" presName="compNode" presStyleCnt="0"/>
      <dgm:spPr/>
    </dgm:pt>
    <dgm:pt modelId="{57F32ABF-8ACB-4583-890C-934519429B73}" type="pres">
      <dgm:prSet presAssocID="{332B7995-B85F-4EAB-BEB4-E664621BC065}" presName="iconBgRect" presStyleLbl="bgShp" presStyleIdx="1" presStyleCnt="3"/>
      <dgm:spPr/>
    </dgm:pt>
    <dgm:pt modelId="{352E03BD-2B18-46C6-86FA-1A82D804AF88}" type="pres">
      <dgm:prSet presAssocID="{332B7995-B85F-4EAB-BEB4-E664621BC06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kument"/>
        </a:ext>
      </dgm:extLst>
    </dgm:pt>
    <dgm:pt modelId="{D24FE022-0432-4E38-BBEC-0CBD1E6EB141}" type="pres">
      <dgm:prSet presAssocID="{332B7995-B85F-4EAB-BEB4-E664621BC065}" presName="spaceRect" presStyleCnt="0"/>
      <dgm:spPr/>
    </dgm:pt>
    <dgm:pt modelId="{E5A342AF-2EB8-4A2D-A5AB-A0BD464FBA07}" type="pres">
      <dgm:prSet presAssocID="{332B7995-B85F-4EAB-BEB4-E664621BC065}" presName="textRect" presStyleLbl="revTx" presStyleIdx="1" presStyleCnt="3">
        <dgm:presLayoutVars>
          <dgm:chMax val="1"/>
          <dgm:chPref val="1"/>
        </dgm:presLayoutVars>
      </dgm:prSet>
      <dgm:spPr/>
    </dgm:pt>
    <dgm:pt modelId="{1DA8C6D4-A31A-4087-8221-0117E916AA74}" type="pres">
      <dgm:prSet presAssocID="{9518BB3A-BA78-4B3D-98EF-D1DD1A6E8821}" presName="sibTrans" presStyleCnt="0"/>
      <dgm:spPr/>
    </dgm:pt>
    <dgm:pt modelId="{82691B58-8450-45ED-8C84-5CC0AC20F5AF}" type="pres">
      <dgm:prSet presAssocID="{7FD99D6B-FC9B-480C-A91F-8743D9D41CAD}" presName="compNode" presStyleCnt="0"/>
      <dgm:spPr/>
    </dgm:pt>
    <dgm:pt modelId="{7196E235-C5E5-4EBE-8D7F-D2AAA30BDE89}" type="pres">
      <dgm:prSet presAssocID="{7FD99D6B-FC9B-480C-A91F-8743D9D41CAD}" presName="iconBgRect" presStyleLbl="bgShp" presStyleIdx="2" presStyleCnt="3"/>
      <dgm:spPr/>
    </dgm:pt>
    <dgm:pt modelId="{47C73F65-9FA9-4920-85CB-9955F7DE3D87}" type="pres">
      <dgm:prSet presAssocID="{7FD99D6B-FC9B-480C-A91F-8743D9D41CA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0D65F484-3030-4572-9655-B3ED8C2EF9FE}" type="pres">
      <dgm:prSet presAssocID="{7FD99D6B-FC9B-480C-A91F-8743D9D41CAD}" presName="spaceRect" presStyleCnt="0"/>
      <dgm:spPr/>
    </dgm:pt>
    <dgm:pt modelId="{7EC90CD8-2497-470D-AC6E-BF18BB313926}" type="pres">
      <dgm:prSet presAssocID="{7FD99D6B-FC9B-480C-A91F-8743D9D41CAD}" presName="textRect" presStyleLbl="revTx" presStyleIdx="2" presStyleCnt="3">
        <dgm:presLayoutVars>
          <dgm:chMax val="1"/>
          <dgm:chPref val="1"/>
        </dgm:presLayoutVars>
      </dgm:prSet>
      <dgm:spPr/>
    </dgm:pt>
  </dgm:ptLst>
  <dgm:cxnLst>
    <dgm:cxn modelId="{F31D1501-B581-4DA3-89CA-6B2235632527}" type="presOf" srcId="{1EA53E8F-C7A6-4B49-832D-5BA9583BEEBE}" destId="{B0733AD3-AA36-4AEA-B179-AE4184F738A9}" srcOrd="0" destOrd="0" presId="urn:microsoft.com/office/officeart/2018/5/layout/IconCircleLabelList"/>
    <dgm:cxn modelId="{0AE2686D-75AB-4399-AFC5-D158C4C30320}" type="presOf" srcId="{B331C7D1-C600-483D-95EF-4E08C5802E8B}" destId="{27B38B0D-0757-47D9-8F3B-92C60E024002}" srcOrd="0" destOrd="0" presId="urn:microsoft.com/office/officeart/2018/5/layout/IconCircleLabelList"/>
    <dgm:cxn modelId="{1590EA4F-58F6-469D-915D-3B2BCE5371B5}" type="presOf" srcId="{7FD99D6B-FC9B-480C-A91F-8743D9D41CAD}" destId="{7EC90CD8-2497-470D-AC6E-BF18BB313926}" srcOrd="0" destOrd="0" presId="urn:microsoft.com/office/officeart/2018/5/layout/IconCircleLabelList"/>
    <dgm:cxn modelId="{EAE3715A-E396-4A9B-9ED0-2A6E0FA43582}" srcId="{B331C7D1-C600-483D-95EF-4E08C5802E8B}" destId="{1EA53E8F-C7A6-4B49-832D-5BA9583BEEBE}" srcOrd="0" destOrd="0" parTransId="{E7291B25-C9A9-4E1D-9A86-EB4E3935F693}" sibTransId="{C239B9D1-E3D1-4372-84A7-7F5CCB55700D}"/>
    <dgm:cxn modelId="{3F752783-BEA2-458D-AE06-757C235FA006}" type="presOf" srcId="{332B7995-B85F-4EAB-BEB4-E664621BC065}" destId="{E5A342AF-2EB8-4A2D-A5AB-A0BD464FBA07}" srcOrd="0" destOrd="0" presId="urn:microsoft.com/office/officeart/2018/5/layout/IconCircleLabelList"/>
    <dgm:cxn modelId="{5F7E90B9-978D-4BEF-94CC-29339D3593C7}" srcId="{B331C7D1-C600-483D-95EF-4E08C5802E8B}" destId="{7FD99D6B-FC9B-480C-A91F-8743D9D41CAD}" srcOrd="2" destOrd="0" parTransId="{060602D2-9BB2-4775-B91A-EB4B8D40310B}" sibTransId="{2D82AE97-DDCA-4CC5-9EB7-3507FE2A7D35}"/>
    <dgm:cxn modelId="{AB313BD3-9F07-4FE2-9A8B-2F446A1A91A0}" srcId="{B331C7D1-C600-483D-95EF-4E08C5802E8B}" destId="{332B7995-B85F-4EAB-BEB4-E664621BC065}" srcOrd="1" destOrd="0" parTransId="{6B12CF1E-9ECA-4048-8A81-9329EAA1BD16}" sibTransId="{9518BB3A-BA78-4B3D-98EF-D1DD1A6E8821}"/>
    <dgm:cxn modelId="{107F3306-D78F-4E35-95D3-4F9F861B84C2}" type="presParOf" srcId="{27B38B0D-0757-47D9-8F3B-92C60E024002}" destId="{7C989A48-CE65-4ECA-A5B5-DC2F72D12C74}" srcOrd="0" destOrd="0" presId="urn:microsoft.com/office/officeart/2018/5/layout/IconCircleLabelList"/>
    <dgm:cxn modelId="{B7C41A3F-B1C5-4EE9-8B38-59691D8845BC}" type="presParOf" srcId="{7C989A48-CE65-4ECA-A5B5-DC2F72D12C74}" destId="{C6FF3F66-3E85-4E79-83DC-FDCC348546B3}" srcOrd="0" destOrd="0" presId="urn:microsoft.com/office/officeart/2018/5/layout/IconCircleLabelList"/>
    <dgm:cxn modelId="{B9A011E8-EE0F-40C3-A7A1-985AFFCB415F}" type="presParOf" srcId="{7C989A48-CE65-4ECA-A5B5-DC2F72D12C74}" destId="{AEFCB884-AF06-43FC-8CE9-21ACF82D083D}" srcOrd="1" destOrd="0" presId="urn:microsoft.com/office/officeart/2018/5/layout/IconCircleLabelList"/>
    <dgm:cxn modelId="{B0CE5516-6DED-4E2E-9E57-0FA9C78FF444}" type="presParOf" srcId="{7C989A48-CE65-4ECA-A5B5-DC2F72D12C74}" destId="{D380C061-DB77-4479-941D-48C1B945F7CD}" srcOrd="2" destOrd="0" presId="urn:microsoft.com/office/officeart/2018/5/layout/IconCircleLabelList"/>
    <dgm:cxn modelId="{2E54F26E-0101-4FDE-83B5-46AD8BFED805}" type="presParOf" srcId="{7C989A48-CE65-4ECA-A5B5-DC2F72D12C74}" destId="{B0733AD3-AA36-4AEA-B179-AE4184F738A9}" srcOrd="3" destOrd="0" presId="urn:microsoft.com/office/officeart/2018/5/layout/IconCircleLabelList"/>
    <dgm:cxn modelId="{D23DCA03-FB45-49AD-A220-4E4393561C3E}" type="presParOf" srcId="{27B38B0D-0757-47D9-8F3B-92C60E024002}" destId="{96FE3CEC-B25F-41F6-B490-A1119E1CC7F3}" srcOrd="1" destOrd="0" presId="urn:microsoft.com/office/officeart/2018/5/layout/IconCircleLabelList"/>
    <dgm:cxn modelId="{8A5C8E5E-B6A7-45F7-BD41-97B1F0912A02}" type="presParOf" srcId="{27B38B0D-0757-47D9-8F3B-92C60E024002}" destId="{E0107995-A1C1-4704-BCD7-F880CE992A85}" srcOrd="2" destOrd="0" presId="urn:microsoft.com/office/officeart/2018/5/layout/IconCircleLabelList"/>
    <dgm:cxn modelId="{56EF7612-BAE1-4A71-9993-88D62521167A}" type="presParOf" srcId="{E0107995-A1C1-4704-BCD7-F880CE992A85}" destId="{57F32ABF-8ACB-4583-890C-934519429B73}" srcOrd="0" destOrd="0" presId="urn:microsoft.com/office/officeart/2018/5/layout/IconCircleLabelList"/>
    <dgm:cxn modelId="{0368A265-007E-4FE8-8B41-7401C71D15A7}" type="presParOf" srcId="{E0107995-A1C1-4704-BCD7-F880CE992A85}" destId="{352E03BD-2B18-46C6-86FA-1A82D804AF88}" srcOrd="1" destOrd="0" presId="urn:microsoft.com/office/officeart/2018/5/layout/IconCircleLabelList"/>
    <dgm:cxn modelId="{51048288-59EC-4FAA-9F7B-F5DBD631C717}" type="presParOf" srcId="{E0107995-A1C1-4704-BCD7-F880CE992A85}" destId="{D24FE022-0432-4E38-BBEC-0CBD1E6EB141}" srcOrd="2" destOrd="0" presId="urn:microsoft.com/office/officeart/2018/5/layout/IconCircleLabelList"/>
    <dgm:cxn modelId="{2943D9B8-6290-4A09-B0E3-F261634D1523}" type="presParOf" srcId="{E0107995-A1C1-4704-BCD7-F880CE992A85}" destId="{E5A342AF-2EB8-4A2D-A5AB-A0BD464FBA07}" srcOrd="3" destOrd="0" presId="urn:microsoft.com/office/officeart/2018/5/layout/IconCircleLabelList"/>
    <dgm:cxn modelId="{C9F0BA87-94A2-4AE0-87C7-33FEDE8F0041}" type="presParOf" srcId="{27B38B0D-0757-47D9-8F3B-92C60E024002}" destId="{1DA8C6D4-A31A-4087-8221-0117E916AA74}" srcOrd="3" destOrd="0" presId="urn:microsoft.com/office/officeart/2018/5/layout/IconCircleLabelList"/>
    <dgm:cxn modelId="{4DE02EBE-E55A-46D4-96F8-BC130F5103E1}" type="presParOf" srcId="{27B38B0D-0757-47D9-8F3B-92C60E024002}" destId="{82691B58-8450-45ED-8C84-5CC0AC20F5AF}" srcOrd="4" destOrd="0" presId="urn:microsoft.com/office/officeart/2018/5/layout/IconCircleLabelList"/>
    <dgm:cxn modelId="{F9B0877A-8190-4960-AA03-39BC6844A902}" type="presParOf" srcId="{82691B58-8450-45ED-8C84-5CC0AC20F5AF}" destId="{7196E235-C5E5-4EBE-8D7F-D2AAA30BDE89}" srcOrd="0" destOrd="0" presId="urn:microsoft.com/office/officeart/2018/5/layout/IconCircleLabelList"/>
    <dgm:cxn modelId="{0D0B1145-6F70-45E7-A92E-E05229F9C3C8}" type="presParOf" srcId="{82691B58-8450-45ED-8C84-5CC0AC20F5AF}" destId="{47C73F65-9FA9-4920-85CB-9955F7DE3D87}" srcOrd="1" destOrd="0" presId="urn:microsoft.com/office/officeart/2018/5/layout/IconCircleLabelList"/>
    <dgm:cxn modelId="{AA759A8F-0CA2-475F-9A4B-445BEA9B159E}" type="presParOf" srcId="{82691B58-8450-45ED-8C84-5CC0AC20F5AF}" destId="{0D65F484-3030-4572-9655-B3ED8C2EF9FE}" srcOrd="2" destOrd="0" presId="urn:microsoft.com/office/officeart/2018/5/layout/IconCircleLabelList"/>
    <dgm:cxn modelId="{F0ADBB98-1CAA-4F3B-98D1-2B8A89917361}" type="presParOf" srcId="{82691B58-8450-45ED-8C84-5CC0AC20F5AF}" destId="{7EC90CD8-2497-470D-AC6E-BF18BB31392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331C7D1-C600-483D-95EF-4E08C5802E8B}"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7FD99D6B-FC9B-480C-A91F-8743D9D41CAD}">
      <dgm:prSet/>
      <dgm:spPr/>
      <dgm:t>
        <a:bodyPr/>
        <a:lstStyle/>
        <a:p>
          <a:pPr>
            <a:lnSpc>
              <a:spcPct val="100000"/>
            </a:lnSpc>
            <a:defRPr cap="all"/>
          </a:pPr>
          <a:r>
            <a:rPr lang="de-DE" dirty="0"/>
            <a:t>Notwendigkeit Prüfen</a:t>
          </a:r>
          <a:endParaRPr lang="en-US" dirty="0"/>
        </a:p>
      </dgm:t>
    </dgm:pt>
    <dgm:pt modelId="{060602D2-9BB2-4775-B91A-EB4B8D40310B}" type="parTrans" cxnId="{675E8BBA-30A0-475D-9C25-9E23CA0BD8DF}">
      <dgm:prSet/>
      <dgm:spPr/>
      <dgm:t>
        <a:bodyPr/>
        <a:lstStyle/>
        <a:p>
          <a:endParaRPr lang="en-US"/>
        </a:p>
      </dgm:t>
    </dgm:pt>
    <dgm:pt modelId="{2D82AE97-DDCA-4CC5-9EB7-3507FE2A7D35}" type="sibTrans" cxnId="{675E8BBA-30A0-475D-9C25-9E23CA0BD8DF}">
      <dgm:prSet/>
      <dgm:spPr/>
      <dgm:t>
        <a:bodyPr/>
        <a:lstStyle/>
        <a:p>
          <a:endParaRPr lang="en-US"/>
        </a:p>
      </dgm:t>
    </dgm:pt>
    <dgm:pt modelId="{27B38B0D-0757-47D9-8F3B-92C60E024002}" type="pres">
      <dgm:prSet presAssocID="{B331C7D1-C600-483D-95EF-4E08C5802E8B}" presName="root" presStyleCnt="0">
        <dgm:presLayoutVars>
          <dgm:dir/>
          <dgm:resizeHandles val="exact"/>
        </dgm:presLayoutVars>
      </dgm:prSet>
      <dgm:spPr/>
    </dgm:pt>
    <dgm:pt modelId="{82691B58-8450-45ED-8C84-5CC0AC20F5AF}" type="pres">
      <dgm:prSet presAssocID="{7FD99D6B-FC9B-480C-A91F-8743D9D41CAD}" presName="compNode" presStyleCnt="0"/>
      <dgm:spPr/>
    </dgm:pt>
    <dgm:pt modelId="{7196E235-C5E5-4EBE-8D7F-D2AAA30BDE89}" type="pres">
      <dgm:prSet presAssocID="{7FD99D6B-FC9B-480C-A91F-8743D9D41CAD}" presName="iconBgRect" presStyleLbl="bgShp" presStyleIdx="0" presStyleCnt="1"/>
      <dgm:spPr/>
    </dgm:pt>
    <dgm:pt modelId="{47C73F65-9FA9-4920-85CB-9955F7DE3D87}" type="pres">
      <dgm:prSet presAssocID="{7FD99D6B-FC9B-480C-A91F-8743D9D41CAD}"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0D65F484-3030-4572-9655-B3ED8C2EF9FE}" type="pres">
      <dgm:prSet presAssocID="{7FD99D6B-FC9B-480C-A91F-8743D9D41CAD}" presName="spaceRect" presStyleCnt="0"/>
      <dgm:spPr/>
    </dgm:pt>
    <dgm:pt modelId="{7EC90CD8-2497-470D-AC6E-BF18BB313926}" type="pres">
      <dgm:prSet presAssocID="{7FD99D6B-FC9B-480C-A91F-8743D9D41CAD}" presName="textRect" presStyleLbl="revTx" presStyleIdx="0" presStyleCnt="1">
        <dgm:presLayoutVars>
          <dgm:chMax val="1"/>
          <dgm:chPref val="1"/>
        </dgm:presLayoutVars>
      </dgm:prSet>
      <dgm:spPr/>
    </dgm:pt>
  </dgm:ptLst>
  <dgm:cxnLst>
    <dgm:cxn modelId="{72C09E45-E0F1-42A9-9655-83B6F8E050B1}" type="presOf" srcId="{7FD99D6B-FC9B-480C-A91F-8743D9D41CAD}" destId="{7EC90CD8-2497-470D-AC6E-BF18BB313926}" srcOrd="0" destOrd="0" presId="urn:microsoft.com/office/officeart/2018/5/layout/IconCircleLabelList"/>
    <dgm:cxn modelId="{0AE2686D-75AB-4399-AFC5-D158C4C30320}" type="presOf" srcId="{B331C7D1-C600-483D-95EF-4E08C5802E8B}" destId="{27B38B0D-0757-47D9-8F3B-92C60E024002}" srcOrd="0" destOrd="0" presId="urn:microsoft.com/office/officeart/2018/5/layout/IconCircleLabelList"/>
    <dgm:cxn modelId="{675E8BBA-30A0-475D-9C25-9E23CA0BD8DF}" srcId="{B331C7D1-C600-483D-95EF-4E08C5802E8B}" destId="{7FD99D6B-FC9B-480C-A91F-8743D9D41CAD}" srcOrd="0" destOrd="0" parTransId="{060602D2-9BB2-4775-B91A-EB4B8D40310B}" sibTransId="{2D82AE97-DDCA-4CC5-9EB7-3507FE2A7D35}"/>
    <dgm:cxn modelId="{4C4CF6B0-14F1-4759-B235-FB253118E8A3}" type="presParOf" srcId="{27B38B0D-0757-47D9-8F3B-92C60E024002}" destId="{82691B58-8450-45ED-8C84-5CC0AC20F5AF}" srcOrd="0" destOrd="0" presId="urn:microsoft.com/office/officeart/2018/5/layout/IconCircleLabelList"/>
    <dgm:cxn modelId="{75725FEF-5403-4501-98AD-46C6F3FCD798}" type="presParOf" srcId="{82691B58-8450-45ED-8C84-5CC0AC20F5AF}" destId="{7196E235-C5E5-4EBE-8D7F-D2AAA30BDE89}" srcOrd="0" destOrd="0" presId="urn:microsoft.com/office/officeart/2018/5/layout/IconCircleLabelList"/>
    <dgm:cxn modelId="{66DE59D0-D19B-473B-95D0-24DFADD08114}" type="presParOf" srcId="{82691B58-8450-45ED-8C84-5CC0AC20F5AF}" destId="{47C73F65-9FA9-4920-85CB-9955F7DE3D87}" srcOrd="1" destOrd="0" presId="urn:microsoft.com/office/officeart/2018/5/layout/IconCircleLabelList"/>
    <dgm:cxn modelId="{7B304EA1-AFF1-4C65-AE5E-717BD746C294}" type="presParOf" srcId="{82691B58-8450-45ED-8C84-5CC0AC20F5AF}" destId="{0D65F484-3030-4572-9655-B3ED8C2EF9FE}" srcOrd="2" destOrd="0" presId="urn:microsoft.com/office/officeart/2018/5/layout/IconCircleLabelList"/>
    <dgm:cxn modelId="{EEECB833-E582-4BA2-987D-E80CE3877F6C}" type="presParOf" srcId="{82691B58-8450-45ED-8C84-5CC0AC20F5AF}" destId="{7EC90CD8-2497-470D-AC6E-BF18BB31392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331C7D1-C600-483D-95EF-4E08C5802E8B}"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1EA53E8F-C7A6-4B49-832D-5BA9583BEEBE}">
      <dgm:prSet/>
      <dgm:spPr/>
      <dgm:t>
        <a:bodyPr/>
        <a:lstStyle/>
        <a:p>
          <a:pPr>
            <a:lnSpc>
              <a:spcPct val="100000"/>
            </a:lnSpc>
            <a:defRPr cap="all"/>
          </a:pPr>
          <a:r>
            <a:rPr lang="de-DE" dirty="0"/>
            <a:t>Alle daten zum Prüfungsausschuss abspeichern</a:t>
          </a:r>
          <a:endParaRPr lang="en-US" dirty="0"/>
        </a:p>
      </dgm:t>
    </dgm:pt>
    <dgm:pt modelId="{E7291B25-C9A9-4E1D-9A86-EB4E3935F693}" type="parTrans" cxnId="{EAE3715A-E396-4A9B-9ED0-2A6E0FA43582}">
      <dgm:prSet/>
      <dgm:spPr/>
      <dgm:t>
        <a:bodyPr/>
        <a:lstStyle/>
        <a:p>
          <a:endParaRPr lang="en-US"/>
        </a:p>
      </dgm:t>
    </dgm:pt>
    <dgm:pt modelId="{C239B9D1-E3D1-4372-84A7-7F5CCB55700D}" type="sibTrans" cxnId="{EAE3715A-E396-4A9B-9ED0-2A6E0FA43582}">
      <dgm:prSet/>
      <dgm:spPr/>
      <dgm:t>
        <a:bodyPr/>
        <a:lstStyle/>
        <a:p>
          <a:endParaRPr lang="en-US"/>
        </a:p>
      </dgm:t>
    </dgm:pt>
    <dgm:pt modelId="{332B7995-B85F-4EAB-BEB4-E664621BC065}">
      <dgm:prSet/>
      <dgm:spPr/>
      <dgm:t>
        <a:bodyPr/>
        <a:lstStyle/>
        <a:p>
          <a:pPr>
            <a:lnSpc>
              <a:spcPct val="100000"/>
            </a:lnSpc>
            <a:defRPr cap="all"/>
          </a:pPr>
          <a:r>
            <a:rPr lang="de-DE" dirty="0"/>
            <a:t>Daten zum Prüfungsausschuss laden</a:t>
          </a:r>
          <a:endParaRPr lang="en-US" dirty="0"/>
        </a:p>
      </dgm:t>
    </dgm:pt>
    <dgm:pt modelId="{6B12CF1E-9ECA-4048-8A81-9329EAA1BD16}" type="parTrans" cxnId="{AB313BD3-9F07-4FE2-9A8B-2F446A1A91A0}">
      <dgm:prSet/>
      <dgm:spPr/>
      <dgm:t>
        <a:bodyPr/>
        <a:lstStyle/>
        <a:p>
          <a:endParaRPr lang="en-US"/>
        </a:p>
      </dgm:t>
    </dgm:pt>
    <dgm:pt modelId="{9518BB3A-BA78-4B3D-98EF-D1DD1A6E8821}" type="sibTrans" cxnId="{AB313BD3-9F07-4FE2-9A8B-2F446A1A91A0}">
      <dgm:prSet/>
      <dgm:spPr/>
      <dgm:t>
        <a:bodyPr/>
        <a:lstStyle/>
        <a:p>
          <a:endParaRPr lang="en-US"/>
        </a:p>
      </dgm:t>
    </dgm:pt>
    <dgm:pt modelId="{27B38B0D-0757-47D9-8F3B-92C60E024002}" type="pres">
      <dgm:prSet presAssocID="{B331C7D1-C600-483D-95EF-4E08C5802E8B}" presName="root" presStyleCnt="0">
        <dgm:presLayoutVars>
          <dgm:dir/>
          <dgm:resizeHandles val="exact"/>
        </dgm:presLayoutVars>
      </dgm:prSet>
      <dgm:spPr/>
    </dgm:pt>
    <dgm:pt modelId="{7C989A48-CE65-4ECA-A5B5-DC2F72D12C74}" type="pres">
      <dgm:prSet presAssocID="{1EA53E8F-C7A6-4B49-832D-5BA9583BEEBE}" presName="compNode" presStyleCnt="0"/>
      <dgm:spPr/>
    </dgm:pt>
    <dgm:pt modelId="{C6FF3F66-3E85-4E79-83DC-FDCC348546B3}" type="pres">
      <dgm:prSet presAssocID="{1EA53E8F-C7A6-4B49-832D-5BA9583BEEBE}" presName="iconBgRect" presStyleLbl="bgShp" presStyleIdx="0" presStyleCnt="2"/>
      <dgm:spPr/>
    </dgm:pt>
    <dgm:pt modelId="{AEFCB884-AF06-43FC-8CE9-21ACF82D083D}" type="pres">
      <dgm:prSet presAssocID="{1EA53E8F-C7A6-4B49-832D-5BA9583BEEB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amera"/>
        </a:ext>
      </dgm:extLst>
    </dgm:pt>
    <dgm:pt modelId="{D380C061-DB77-4479-941D-48C1B945F7CD}" type="pres">
      <dgm:prSet presAssocID="{1EA53E8F-C7A6-4B49-832D-5BA9583BEEBE}" presName="spaceRect" presStyleCnt="0"/>
      <dgm:spPr/>
    </dgm:pt>
    <dgm:pt modelId="{B0733AD3-AA36-4AEA-B179-AE4184F738A9}" type="pres">
      <dgm:prSet presAssocID="{1EA53E8F-C7A6-4B49-832D-5BA9583BEEBE}" presName="textRect" presStyleLbl="revTx" presStyleIdx="0" presStyleCnt="2">
        <dgm:presLayoutVars>
          <dgm:chMax val="1"/>
          <dgm:chPref val="1"/>
        </dgm:presLayoutVars>
      </dgm:prSet>
      <dgm:spPr/>
    </dgm:pt>
    <dgm:pt modelId="{96FE3CEC-B25F-41F6-B490-A1119E1CC7F3}" type="pres">
      <dgm:prSet presAssocID="{C239B9D1-E3D1-4372-84A7-7F5CCB55700D}" presName="sibTrans" presStyleCnt="0"/>
      <dgm:spPr/>
    </dgm:pt>
    <dgm:pt modelId="{E0107995-A1C1-4704-BCD7-F880CE992A85}" type="pres">
      <dgm:prSet presAssocID="{332B7995-B85F-4EAB-BEB4-E664621BC065}" presName="compNode" presStyleCnt="0"/>
      <dgm:spPr/>
    </dgm:pt>
    <dgm:pt modelId="{57F32ABF-8ACB-4583-890C-934519429B73}" type="pres">
      <dgm:prSet presAssocID="{332B7995-B85F-4EAB-BEB4-E664621BC065}" presName="iconBgRect" presStyleLbl="bgShp" presStyleIdx="1" presStyleCnt="2"/>
      <dgm:spPr/>
    </dgm:pt>
    <dgm:pt modelId="{352E03BD-2B18-46C6-86FA-1A82D804AF88}" type="pres">
      <dgm:prSet presAssocID="{332B7995-B85F-4EAB-BEB4-E664621BC06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kument"/>
        </a:ext>
      </dgm:extLst>
    </dgm:pt>
    <dgm:pt modelId="{D24FE022-0432-4E38-BBEC-0CBD1E6EB141}" type="pres">
      <dgm:prSet presAssocID="{332B7995-B85F-4EAB-BEB4-E664621BC065}" presName="spaceRect" presStyleCnt="0"/>
      <dgm:spPr/>
    </dgm:pt>
    <dgm:pt modelId="{E5A342AF-2EB8-4A2D-A5AB-A0BD464FBA07}" type="pres">
      <dgm:prSet presAssocID="{332B7995-B85F-4EAB-BEB4-E664621BC065}" presName="textRect" presStyleLbl="revTx" presStyleIdx="1" presStyleCnt="2">
        <dgm:presLayoutVars>
          <dgm:chMax val="1"/>
          <dgm:chPref val="1"/>
        </dgm:presLayoutVars>
      </dgm:prSet>
      <dgm:spPr/>
    </dgm:pt>
  </dgm:ptLst>
  <dgm:cxnLst>
    <dgm:cxn modelId="{F31D1501-B581-4DA3-89CA-6B2235632527}" type="presOf" srcId="{1EA53E8F-C7A6-4B49-832D-5BA9583BEEBE}" destId="{B0733AD3-AA36-4AEA-B179-AE4184F738A9}" srcOrd="0" destOrd="0" presId="urn:microsoft.com/office/officeart/2018/5/layout/IconCircleLabelList"/>
    <dgm:cxn modelId="{0AE2686D-75AB-4399-AFC5-D158C4C30320}" type="presOf" srcId="{B331C7D1-C600-483D-95EF-4E08C5802E8B}" destId="{27B38B0D-0757-47D9-8F3B-92C60E024002}" srcOrd="0" destOrd="0" presId="urn:microsoft.com/office/officeart/2018/5/layout/IconCircleLabelList"/>
    <dgm:cxn modelId="{EAE3715A-E396-4A9B-9ED0-2A6E0FA43582}" srcId="{B331C7D1-C600-483D-95EF-4E08C5802E8B}" destId="{1EA53E8F-C7A6-4B49-832D-5BA9583BEEBE}" srcOrd="0" destOrd="0" parTransId="{E7291B25-C9A9-4E1D-9A86-EB4E3935F693}" sibTransId="{C239B9D1-E3D1-4372-84A7-7F5CCB55700D}"/>
    <dgm:cxn modelId="{3F752783-BEA2-458D-AE06-757C235FA006}" type="presOf" srcId="{332B7995-B85F-4EAB-BEB4-E664621BC065}" destId="{E5A342AF-2EB8-4A2D-A5AB-A0BD464FBA07}" srcOrd="0" destOrd="0" presId="urn:microsoft.com/office/officeart/2018/5/layout/IconCircleLabelList"/>
    <dgm:cxn modelId="{AB313BD3-9F07-4FE2-9A8B-2F446A1A91A0}" srcId="{B331C7D1-C600-483D-95EF-4E08C5802E8B}" destId="{332B7995-B85F-4EAB-BEB4-E664621BC065}" srcOrd="1" destOrd="0" parTransId="{6B12CF1E-9ECA-4048-8A81-9329EAA1BD16}" sibTransId="{9518BB3A-BA78-4B3D-98EF-D1DD1A6E8821}"/>
    <dgm:cxn modelId="{107F3306-D78F-4E35-95D3-4F9F861B84C2}" type="presParOf" srcId="{27B38B0D-0757-47D9-8F3B-92C60E024002}" destId="{7C989A48-CE65-4ECA-A5B5-DC2F72D12C74}" srcOrd="0" destOrd="0" presId="urn:microsoft.com/office/officeart/2018/5/layout/IconCircleLabelList"/>
    <dgm:cxn modelId="{B7C41A3F-B1C5-4EE9-8B38-59691D8845BC}" type="presParOf" srcId="{7C989A48-CE65-4ECA-A5B5-DC2F72D12C74}" destId="{C6FF3F66-3E85-4E79-83DC-FDCC348546B3}" srcOrd="0" destOrd="0" presId="urn:microsoft.com/office/officeart/2018/5/layout/IconCircleLabelList"/>
    <dgm:cxn modelId="{B9A011E8-EE0F-40C3-A7A1-985AFFCB415F}" type="presParOf" srcId="{7C989A48-CE65-4ECA-A5B5-DC2F72D12C74}" destId="{AEFCB884-AF06-43FC-8CE9-21ACF82D083D}" srcOrd="1" destOrd="0" presId="urn:microsoft.com/office/officeart/2018/5/layout/IconCircleLabelList"/>
    <dgm:cxn modelId="{B0CE5516-6DED-4E2E-9E57-0FA9C78FF444}" type="presParOf" srcId="{7C989A48-CE65-4ECA-A5B5-DC2F72D12C74}" destId="{D380C061-DB77-4479-941D-48C1B945F7CD}" srcOrd="2" destOrd="0" presId="urn:microsoft.com/office/officeart/2018/5/layout/IconCircleLabelList"/>
    <dgm:cxn modelId="{2E54F26E-0101-4FDE-83B5-46AD8BFED805}" type="presParOf" srcId="{7C989A48-CE65-4ECA-A5B5-DC2F72D12C74}" destId="{B0733AD3-AA36-4AEA-B179-AE4184F738A9}" srcOrd="3" destOrd="0" presId="urn:microsoft.com/office/officeart/2018/5/layout/IconCircleLabelList"/>
    <dgm:cxn modelId="{D23DCA03-FB45-49AD-A220-4E4393561C3E}" type="presParOf" srcId="{27B38B0D-0757-47D9-8F3B-92C60E024002}" destId="{96FE3CEC-B25F-41F6-B490-A1119E1CC7F3}" srcOrd="1" destOrd="0" presId="urn:microsoft.com/office/officeart/2018/5/layout/IconCircleLabelList"/>
    <dgm:cxn modelId="{8A5C8E5E-B6A7-45F7-BD41-97B1F0912A02}" type="presParOf" srcId="{27B38B0D-0757-47D9-8F3B-92C60E024002}" destId="{E0107995-A1C1-4704-BCD7-F880CE992A85}" srcOrd="2" destOrd="0" presId="urn:microsoft.com/office/officeart/2018/5/layout/IconCircleLabelList"/>
    <dgm:cxn modelId="{56EF7612-BAE1-4A71-9993-88D62521167A}" type="presParOf" srcId="{E0107995-A1C1-4704-BCD7-F880CE992A85}" destId="{57F32ABF-8ACB-4583-890C-934519429B73}" srcOrd="0" destOrd="0" presId="urn:microsoft.com/office/officeart/2018/5/layout/IconCircleLabelList"/>
    <dgm:cxn modelId="{0368A265-007E-4FE8-8B41-7401C71D15A7}" type="presParOf" srcId="{E0107995-A1C1-4704-BCD7-F880CE992A85}" destId="{352E03BD-2B18-46C6-86FA-1A82D804AF88}" srcOrd="1" destOrd="0" presId="urn:microsoft.com/office/officeart/2018/5/layout/IconCircleLabelList"/>
    <dgm:cxn modelId="{51048288-59EC-4FAA-9F7B-F5DBD631C717}" type="presParOf" srcId="{E0107995-A1C1-4704-BCD7-F880CE992A85}" destId="{D24FE022-0432-4E38-BBEC-0CBD1E6EB141}" srcOrd="2" destOrd="0" presId="urn:microsoft.com/office/officeart/2018/5/layout/IconCircleLabelList"/>
    <dgm:cxn modelId="{2943D9B8-6290-4A09-B0E3-F261634D1523}" type="presParOf" srcId="{E0107995-A1C1-4704-BCD7-F880CE992A85}" destId="{E5A342AF-2EB8-4A2D-A5AB-A0BD464FBA07}"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C3CF953-13E6-4F26-B76B-1936963563AB}" type="doc">
      <dgm:prSet loTypeId="urn:microsoft.com/office/officeart/2008/layout/LinedList" loCatId="list" qsTypeId="urn:microsoft.com/office/officeart/2005/8/quickstyle/simple1" qsCatId="simple" csTypeId="urn:microsoft.com/office/officeart/2005/8/colors/accent2_2" csCatId="accent2"/>
      <dgm:spPr/>
      <dgm:t>
        <a:bodyPr/>
        <a:lstStyle/>
        <a:p>
          <a:endParaRPr lang="en-US"/>
        </a:p>
      </dgm:t>
    </dgm:pt>
    <dgm:pt modelId="{0F755D29-6BD3-4D7A-8F9E-7CBCF1CA14E0}">
      <dgm:prSet/>
      <dgm:spPr/>
      <dgm:t>
        <a:bodyPr/>
        <a:lstStyle/>
        <a:p>
          <a:r>
            <a:rPr lang="de-DE"/>
            <a:t>Hardware: PC oder Laptop mit min 16 GB RAM, 128 GB Speicher; Maus; Tastatur</a:t>
          </a:r>
          <a:endParaRPr lang="en-US"/>
        </a:p>
      </dgm:t>
    </dgm:pt>
    <dgm:pt modelId="{67330B68-E452-47DE-9E51-9CEA75898C7E}" type="parTrans" cxnId="{0C4680E5-0E2E-4B5E-A133-9A79BEE59995}">
      <dgm:prSet/>
      <dgm:spPr/>
      <dgm:t>
        <a:bodyPr/>
        <a:lstStyle/>
        <a:p>
          <a:endParaRPr lang="en-US"/>
        </a:p>
      </dgm:t>
    </dgm:pt>
    <dgm:pt modelId="{06910396-3387-41D6-88BE-F837666AE6E2}" type="sibTrans" cxnId="{0C4680E5-0E2E-4B5E-A133-9A79BEE59995}">
      <dgm:prSet/>
      <dgm:spPr/>
      <dgm:t>
        <a:bodyPr/>
        <a:lstStyle/>
        <a:p>
          <a:endParaRPr lang="en-US"/>
        </a:p>
      </dgm:t>
    </dgm:pt>
    <dgm:pt modelId="{98CF2873-38C0-4427-8E65-C74A6A438401}">
      <dgm:prSet/>
      <dgm:spPr/>
      <dgm:t>
        <a:bodyPr/>
        <a:lstStyle/>
        <a:p>
          <a:r>
            <a:rPr lang="de-DE"/>
            <a:t>Software: Windows 10/11; Visual Studio Code (Entwicklungsumgebung)</a:t>
          </a:r>
          <a:endParaRPr lang="en-US"/>
        </a:p>
      </dgm:t>
    </dgm:pt>
    <dgm:pt modelId="{9AEE3B29-4BC6-4F22-BCD1-93E952148C44}" type="parTrans" cxnId="{3F8574B5-9143-466A-92B2-FD6D7E33090D}">
      <dgm:prSet/>
      <dgm:spPr/>
      <dgm:t>
        <a:bodyPr/>
        <a:lstStyle/>
        <a:p>
          <a:endParaRPr lang="en-US"/>
        </a:p>
      </dgm:t>
    </dgm:pt>
    <dgm:pt modelId="{57440850-2D94-4998-BBC7-95D0F9423BBA}" type="sibTrans" cxnId="{3F8574B5-9143-466A-92B2-FD6D7E33090D}">
      <dgm:prSet/>
      <dgm:spPr/>
      <dgm:t>
        <a:bodyPr/>
        <a:lstStyle/>
        <a:p>
          <a:endParaRPr lang="en-US"/>
        </a:p>
      </dgm:t>
    </dgm:pt>
    <dgm:pt modelId="{E3DA85CA-1183-4AB2-8040-FD1B4E137F99}">
      <dgm:prSet/>
      <dgm:spPr/>
      <dgm:t>
        <a:bodyPr/>
        <a:lstStyle/>
        <a:p>
          <a:r>
            <a:rPr lang="de-DE"/>
            <a:t>Zusätzliche Anforderungen: .Net Version 8.0 oder höher</a:t>
          </a:r>
          <a:endParaRPr lang="en-US"/>
        </a:p>
      </dgm:t>
    </dgm:pt>
    <dgm:pt modelId="{3F484882-3A3B-4085-8C2D-B6966B4BCAED}" type="parTrans" cxnId="{1F5220AE-7385-4946-ABD0-9404177B6AA5}">
      <dgm:prSet/>
      <dgm:spPr/>
      <dgm:t>
        <a:bodyPr/>
        <a:lstStyle/>
        <a:p>
          <a:endParaRPr lang="en-US"/>
        </a:p>
      </dgm:t>
    </dgm:pt>
    <dgm:pt modelId="{E250E596-C0A5-43D8-A3C5-76196E082C06}" type="sibTrans" cxnId="{1F5220AE-7385-4946-ABD0-9404177B6AA5}">
      <dgm:prSet/>
      <dgm:spPr/>
      <dgm:t>
        <a:bodyPr/>
        <a:lstStyle/>
        <a:p>
          <a:endParaRPr lang="en-US"/>
        </a:p>
      </dgm:t>
    </dgm:pt>
    <dgm:pt modelId="{F061CC3C-D031-45C7-99F7-34EBCD7231D0}" type="pres">
      <dgm:prSet presAssocID="{4C3CF953-13E6-4F26-B76B-1936963563AB}" presName="vert0" presStyleCnt="0">
        <dgm:presLayoutVars>
          <dgm:dir/>
          <dgm:animOne val="branch"/>
          <dgm:animLvl val="lvl"/>
        </dgm:presLayoutVars>
      </dgm:prSet>
      <dgm:spPr/>
    </dgm:pt>
    <dgm:pt modelId="{2C24FA02-B970-422A-98A1-505881E8FC78}" type="pres">
      <dgm:prSet presAssocID="{0F755D29-6BD3-4D7A-8F9E-7CBCF1CA14E0}" presName="thickLine" presStyleLbl="alignNode1" presStyleIdx="0" presStyleCnt="3"/>
      <dgm:spPr/>
    </dgm:pt>
    <dgm:pt modelId="{E70F818E-9530-4BCD-8F66-260B5535176F}" type="pres">
      <dgm:prSet presAssocID="{0F755D29-6BD3-4D7A-8F9E-7CBCF1CA14E0}" presName="horz1" presStyleCnt="0"/>
      <dgm:spPr/>
    </dgm:pt>
    <dgm:pt modelId="{970B5BF0-0E0F-416A-BDBD-4AF9713E4ABE}" type="pres">
      <dgm:prSet presAssocID="{0F755D29-6BD3-4D7A-8F9E-7CBCF1CA14E0}" presName="tx1" presStyleLbl="revTx" presStyleIdx="0" presStyleCnt="3"/>
      <dgm:spPr/>
    </dgm:pt>
    <dgm:pt modelId="{0C7A1A64-EF70-4C77-9C98-D7EA98DECFEC}" type="pres">
      <dgm:prSet presAssocID="{0F755D29-6BD3-4D7A-8F9E-7CBCF1CA14E0}" presName="vert1" presStyleCnt="0"/>
      <dgm:spPr/>
    </dgm:pt>
    <dgm:pt modelId="{94504873-EDC7-48B9-9BC0-B488B9F07B0D}" type="pres">
      <dgm:prSet presAssocID="{98CF2873-38C0-4427-8E65-C74A6A438401}" presName="thickLine" presStyleLbl="alignNode1" presStyleIdx="1" presStyleCnt="3"/>
      <dgm:spPr/>
    </dgm:pt>
    <dgm:pt modelId="{9E942A31-B895-4728-86D1-45E7605E26A9}" type="pres">
      <dgm:prSet presAssocID="{98CF2873-38C0-4427-8E65-C74A6A438401}" presName="horz1" presStyleCnt="0"/>
      <dgm:spPr/>
    </dgm:pt>
    <dgm:pt modelId="{7B595B24-47EC-4CCF-AEC6-B6B5C90CAE87}" type="pres">
      <dgm:prSet presAssocID="{98CF2873-38C0-4427-8E65-C74A6A438401}" presName="tx1" presStyleLbl="revTx" presStyleIdx="1" presStyleCnt="3"/>
      <dgm:spPr/>
    </dgm:pt>
    <dgm:pt modelId="{613C6D1B-1F6A-41A7-8D47-2F8CEDCAE299}" type="pres">
      <dgm:prSet presAssocID="{98CF2873-38C0-4427-8E65-C74A6A438401}" presName="vert1" presStyleCnt="0"/>
      <dgm:spPr/>
    </dgm:pt>
    <dgm:pt modelId="{13717457-011D-45BC-858E-016B5449DDFE}" type="pres">
      <dgm:prSet presAssocID="{E3DA85CA-1183-4AB2-8040-FD1B4E137F99}" presName="thickLine" presStyleLbl="alignNode1" presStyleIdx="2" presStyleCnt="3"/>
      <dgm:spPr/>
    </dgm:pt>
    <dgm:pt modelId="{DD6C0114-2D75-443A-A7A4-17390E199CAC}" type="pres">
      <dgm:prSet presAssocID="{E3DA85CA-1183-4AB2-8040-FD1B4E137F99}" presName="horz1" presStyleCnt="0"/>
      <dgm:spPr/>
    </dgm:pt>
    <dgm:pt modelId="{BA2CD7D3-E168-4EE1-A47C-EECF84C0934A}" type="pres">
      <dgm:prSet presAssocID="{E3DA85CA-1183-4AB2-8040-FD1B4E137F99}" presName="tx1" presStyleLbl="revTx" presStyleIdx="2" presStyleCnt="3"/>
      <dgm:spPr/>
    </dgm:pt>
    <dgm:pt modelId="{6468D28B-F11A-4E98-A1A2-4F8A0A17674D}" type="pres">
      <dgm:prSet presAssocID="{E3DA85CA-1183-4AB2-8040-FD1B4E137F99}" presName="vert1" presStyleCnt="0"/>
      <dgm:spPr/>
    </dgm:pt>
  </dgm:ptLst>
  <dgm:cxnLst>
    <dgm:cxn modelId="{C06B402D-E6F9-47F7-B9FF-D54A855EB8CB}" type="presOf" srcId="{4C3CF953-13E6-4F26-B76B-1936963563AB}" destId="{F061CC3C-D031-45C7-99F7-34EBCD7231D0}" srcOrd="0" destOrd="0" presId="urn:microsoft.com/office/officeart/2008/layout/LinedList"/>
    <dgm:cxn modelId="{F00F9636-0C5B-438B-BAC4-503BE4294832}" type="presOf" srcId="{98CF2873-38C0-4427-8E65-C74A6A438401}" destId="{7B595B24-47EC-4CCF-AEC6-B6B5C90CAE87}" srcOrd="0" destOrd="0" presId="urn:microsoft.com/office/officeart/2008/layout/LinedList"/>
    <dgm:cxn modelId="{9188C4A8-BA77-4932-AB91-D3B9C39FF886}" type="presOf" srcId="{E3DA85CA-1183-4AB2-8040-FD1B4E137F99}" destId="{BA2CD7D3-E168-4EE1-A47C-EECF84C0934A}" srcOrd="0" destOrd="0" presId="urn:microsoft.com/office/officeart/2008/layout/LinedList"/>
    <dgm:cxn modelId="{1F5220AE-7385-4946-ABD0-9404177B6AA5}" srcId="{4C3CF953-13E6-4F26-B76B-1936963563AB}" destId="{E3DA85CA-1183-4AB2-8040-FD1B4E137F99}" srcOrd="2" destOrd="0" parTransId="{3F484882-3A3B-4085-8C2D-B6966B4BCAED}" sibTransId="{E250E596-C0A5-43D8-A3C5-76196E082C06}"/>
    <dgm:cxn modelId="{3F8574B5-9143-466A-92B2-FD6D7E33090D}" srcId="{4C3CF953-13E6-4F26-B76B-1936963563AB}" destId="{98CF2873-38C0-4427-8E65-C74A6A438401}" srcOrd="1" destOrd="0" parTransId="{9AEE3B29-4BC6-4F22-BCD1-93E952148C44}" sibTransId="{57440850-2D94-4998-BBC7-95D0F9423BBA}"/>
    <dgm:cxn modelId="{CF2CE2C5-B8E0-4FED-A378-774B7DF6553A}" type="presOf" srcId="{0F755D29-6BD3-4D7A-8F9E-7CBCF1CA14E0}" destId="{970B5BF0-0E0F-416A-BDBD-4AF9713E4ABE}" srcOrd="0" destOrd="0" presId="urn:microsoft.com/office/officeart/2008/layout/LinedList"/>
    <dgm:cxn modelId="{0C4680E5-0E2E-4B5E-A133-9A79BEE59995}" srcId="{4C3CF953-13E6-4F26-B76B-1936963563AB}" destId="{0F755D29-6BD3-4D7A-8F9E-7CBCF1CA14E0}" srcOrd="0" destOrd="0" parTransId="{67330B68-E452-47DE-9E51-9CEA75898C7E}" sibTransId="{06910396-3387-41D6-88BE-F837666AE6E2}"/>
    <dgm:cxn modelId="{75F607A6-86CF-4A18-B7B9-2C85CC126467}" type="presParOf" srcId="{F061CC3C-D031-45C7-99F7-34EBCD7231D0}" destId="{2C24FA02-B970-422A-98A1-505881E8FC78}" srcOrd="0" destOrd="0" presId="urn:microsoft.com/office/officeart/2008/layout/LinedList"/>
    <dgm:cxn modelId="{22891C03-4685-4F56-8DD1-7C3E2D3C9A44}" type="presParOf" srcId="{F061CC3C-D031-45C7-99F7-34EBCD7231D0}" destId="{E70F818E-9530-4BCD-8F66-260B5535176F}" srcOrd="1" destOrd="0" presId="urn:microsoft.com/office/officeart/2008/layout/LinedList"/>
    <dgm:cxn modelId="{A5DDC594-EB7B-42FC-8627-4D95479CD66A}" type="presParOf" srcId="{E70F818E-9530-4BCD-8F66-260B5535176F}" destId="{970B5BF0-0E0F-416A-BDBD-4AF9713E4ABE}" srcOrd="0" destOrd="0" presId="urn:microsoft.com/office/officeart/2008/layout/LinedList"/>
    <dgm:cxn modelId="{437A4509-217D-4A20-8DA0-4A346C52A77E}" type="presParOf" srcId="{E70F818E-9530-4BCD-8F66-260B5535176F}" destId="{0C7A1A64-EF70-4C77-9C98-D7EA98DECFEC}" srcOrd="1" destOrd="0" presId="urn:microsoft.com/office/officeart/2008/layout/LinedList"/>
    <dgm:cxn modelId="{B26FE37B-9D03-4A6C-9505-1CBFAAECD793}" type="presParOf" srcId="{F061CC3C-D031-45C7-99F7-34EBCD7231D0}" destId="{94504873-EDC7-48B9-9BC0-B488B9F07B0D}" srcOrd="2" destOrd="0" presId="urn:microsoft.com/office/officeart/2008/layout/LinedList"/>
    <dgm:cxn modelId="{8EC0C078-A266-4A26-8151-F4AD2CD517F1}" type="presParOf" srcId="{F061CC3C-D031-45C7-99F7-34EBCD7231D0}" destId="{9E942A31-B895-4728-86D1-45E7605E26A9}" srcOrd="3" destOrd="0" presId="urn:microsoft.com/office/officeart/2008/layout/LinedList"/>
    <dgm:cxn modelId="{D0EEA982-322A-49A9-A1DA-9AB594887C17}" type="presParOf" srcId="{9E942A31-B895-4728-86D1-45E7605E26A9}" destId="{7B595B24-47EC-4CCF-AEC6-B6B5C90CAE87}" srcOrd="0" destOrd="0" presId="urn:microsoft.com/office/officeart/2008/layout/LinedList"/>
    <dgm:cxn modelId="{86ED53A7-E61D-46EF-A5BE-5DAB1A7C49B3}" type="presParOf" srcId="{9E942A31-B895-4728-86D1-45E7605E26A9}" destId="{613C6D1B-1F6A-41A7-8D47-2F8CEDCAE299}" srcOrd="1" destOrd="0" presId="urn:microsoft.com/office/officeart/2008/layout/LinedList"/>
    <dgm:cxn modelId="{04EC1D72-2420-4906-9B1E-B49E318C5708}" type="presParOf" srcId="{F061CC3C-D031-45C7-99F7-34EBCD7231D0}" destId="{13717457-011D-45BC-858E-016B5449DDFE}" srcOrd="4" destOrd="0" presId="urn:microsoft.com/office/officeart/2008/layout/LinedList"/>
    <dgm:cxn modelId="{3F542C48-2D92-438A-8059-F33266F06006}" type="presParOf" srcId="{F061CC3C-D031-45C7-99F7-34EBCD7231D0}" destId="{DD6C0114-2D75-443A-A7A4-17390E199CAC}" srcOrd="5" destOrd="0" presId="urn:microsoft.com/office/officeart/2008/layout/LinedList"/>
    <dgm:cxn modelId="{847E794F-B28A-4050-AFA5-BEA2829C9782}" type="presParOf" srcId="{DD6C0114-2D75-443A-A7A4-17390E199CAC}" destId="{BA2CD7D3-E168-4EE1-A47C-EECF84C0934A}" srcOrd="0" destOrd="0" presId="urn:microsoft.com/office/officeart/2008/layout/LinedList"/>
    <dgm:cxn modelId="{222105C9-7D70-4C09-BD42-BA2089120D43}" type="presParOf" srcId="{DD6C0114-2D75-443A-A7A4-17390E199CAC}" destId="{6468D28B-F11A-4E98-A1A2-4F8A0A17674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C5A411B-3942-43DD-AC7D-B6125ABEFCF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7F5CB8E-202A-4442-A1E3-1E2DAD54BF36}">
      <dgm:prSet/>
      <dgm:spPr/>
      <dgm:t>
        <a:bodyPr/>
        <a:lstStyle/>
        <a:p>
          <a:r>
            <a:rPr lang="de-DE"/>
            <a:t>Qualitätsanforderungen: Alle funktionalen Anforderungen werden vollständig erfüllt und die Software arbeitet zuverlässig und fehlerfrei; Die Datenspeicherung erfolgt DSGVO-konform</a:t>
          </a:r>
          <a:endParaRPr lang="en-US"/>
        </a:p>
      </dgm:t>
    </dgm:pt>
    <dgm:pt modelId="{D5566562-7E51-4C3A-8B41-4F25FD8BF2B3}" type="parTrans" cxnId="{D93CFD0E-E1E0-4718-817B-60E06BE9385C}">
      <dgm:prSet/>
      <dgm:spPr/>
      <dgm:t>
        <a:bodyPr/>
        <a:lstStyle/>
        <a:p>
          <a:endParaRPr lang="en-US"/>
        </a:p>
      </dgm:t>
    </dgm:pt>
    <dgm:pt modelId="{D639E1D4-7BF2-48C6-8010-2940AD422787}" type="sibTrans" cxnId="{D93CFD0E-E1E0-4718-817B-60E06BE9385C}">
      <dgm:prSet/>
      <dgm:spPr/>
      <dgm:t>
        <a:bodyPr/>
        <a:lstStyle/>
        <a:p>
          <a:endParaRPr lang="en-US"/>
        </a:p>
      </dgm:t>
    </dgm:pt>
    <dgm:pt modelId="{56AD3CAA-CE66-4ABA-8A8F-DB05C2EC8BC8}">
      <dgm:prSet/>
      <dgm:spPr/>
      <dgm:t>
        <a:bodyPr/>
        <a:lstStyle/>
        <a:p>
          <a:r>
            <a:rPr lang="de-DE"/>
            <a:t>Qualitätssicherung: Abnahme erfolgt durch Auftraggeber</a:t>
          </a:r>
          <a:endParaRPr lang="en-US"/>
        </a:p>
      </dgm:t>
    </dgm:pt>
    <dgm:pt modelId="{E08E83B6-0A11-4B00-98ED-9FC172DFDF58}" type="parTrans" cxnId="{6A22EC85-7FFE-4500-B824-CE79770A4A73}">
      <dgm:prSet/>
      <dgm:spPr/>
      <dgm:t>
        <a:bodyPr/>
        <a:lstStyle/>
        <a:p>
          <a:endParaRPr lang="en-US"/>
        </a:p>
      </dgm:t>
    </dgm:pt>
    <dgm:pt modelId="{D1A7F44E-8CE3-4B50-8DDC-103F2EB5399D}" type="sibTrans" cxnId="{6A22EC85-7FFE-4500-B824-CE79770A4A73}">
      <dgm:prSet/>
      <dgm:spPr/>
      <dgm:t>
        <a:bodyPr/>
        <a:lstStyle/>
        <a:p>
          <a:endParaRPr lang="en-US"/>
        </a:p>
      </dgm:t>
    </dgm:pt>
    <dgm:pt modelId="{F9C82B5B-2D44-424C-BBEB-6CBECA6D284A}">
      <dgm:prSet/>
      <dgm:spPr/>
      <dgm:t>
        <a:bodyPr/>
        <a:lstStyle/>
        <a:p>
          <a:r>
            <a:rPr lang="de-DE"/>
            <a:t>Qualitätskontrolle: Prüfung aller Anforderungen nach Abschluss der Implementierung</a:t>
          </a:r>
          <a:endParaRPr lang="en-US"/>
        </a:p>
      </dgm:t>
    </dgm:pt>
    <dgm:pt modelId="{249C1EE9-BEE2-478E-8BF2-1FB5FB8387CA}" type="parTrans" cxnId="{4C02C840-04ED-4D9E-8240-119DA232A231}">
      <dgm:prSet/>
      <dgm:spPr/>
      <dgm:t>
        <a:bodyPr/>
        <a:lstStyle/>
        <a:p>
          <a:endParaRPr lang="en-US"/>
        </a:p>
      </dgm:t>
    </dgm:pt>
    <dgm:pt modelId="{D66D1775-170D-4D6D-816C-3E23D2699140}" type="sibTrans" cxnId="{4C02C840-04ED-4D9E-8240-119DA232A231}">
      <dgm:prSet/>
      <dgm:spPr/>
      <dgm:t>
        <a:bodyPr/>
        <a:lstStyle/>
        <a:p>
          <a:endParaRPr lang="en-US"/>
        </a:p>
      </dgm:t>
    </dgm:pt>
    <dgm:pt modelId="{88A2DDFE-3C7F-4113-A7FE-EEC0C36EBB62}" type="pres">
      <dgm:prSet presAssocID="{BC5A411B-3942-43DD-AC7D-B6125ABEFCF1}" presName="root" presStyleCnt="0">
        <dgm:presLayoutVars>
          <dgm:dir/>
          <dgm:resizeHandles val="exact"/>
        </dgm:presLayoutVars>
      </dgm:prSet>
      <dgm:spPr/>
    </dgm:pt>
    <dgm:pt modelId="{457615F7-FDD3-4F32-8A63-14CA14762446}" type="pres">
      <dgm:prSet presAssocID="{D7F5CB8E-202A-4442-A1E3-1E2DAD54BF36}" presName="compNode" presStyleCnt="0"/>
      <dgm:spPr/>
    </dgm:pt>
    <dgm:pt modelId="{6A01084A-CA92-472D-ADD3-564581C7A975}" type="pres">
      <dgm:prSet presAssocID="{D7F5CB8E-202A-4442-A1E3-1E2DAD54BF36}" presName="bgRect" presStyleLbl="bgShp" presStyleIdx="0" presStyleCnt="3"/>
      <dgm:spPr/>
    </dgm:pt>
    <dgm:pt modelId="{44CFD80A-FDFB-4A1E-AACF-0DA54CFD7580}" type="pres">
      <dgm:prSet presAssocID="{D7F5CB8E-202A-4442-A1E3-1E2DAD54BF3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äkchen"/>
        </a:ext>
      </dgm:extLst>
    </dgm:pt>
    <dgm:pt modelId="{BE375CCD-111E-4FFC-84E4-7C97888C93AE}" type="pres">
      <dgm:prSet presAssocID="{D7F5CB8E-202A-4442-A1E3-1E2DAD54BF36}" presName="spaceRect" presStyleCnt="0"/>
      <dgm:spPr/>
    </dgm:pt>
    <dgm:pt modelId="{94EF7B55-E3CA-4F4D-84CA-CFA1853C3548}" type="pres">
      <dgm:prSet presAssocID="{D7F5CB8E-202A-4442-A1E3-1E2DAD54BF36}" presName="parTx" presStyleLbl="revTx" presStyleIdx="0" presStyleCnt="3">
        <dgm:presLayoutVars>
          <dgm:chMax val="0"/>
          <dgm:chPref val="0"/>
        </dgm:presLayoutVars>
      </dgm:prSet>
      <dgm:spPr/>
    </dgm:pt>
    <dgm:pt modelId="{FC4968D7-6F79-46C7-8837-CEF4804FA889}" type="pres">
      <dgm:prSet presAssocID="{D639E1D4-7BF2-48C6-8010-2940AD422787}" presName="sibTrans" presStyleCnt="0"/>
      <dgm:spPr/>
    </dgm:pt>
    <dgm:pt modelId="{0AF829D8-9F20-4F8A-B6AA-7EB62D6C015D}" type="pres">
      <dgm:prSet presAssocID="{56AD3CAA-CE66-4ABA-8A8F-DB05C2EC8BC8}" presName="compNode" presStyleCnt="0"/>
      <dgm:spPr/>
    </dgm:pt>
    <dgm:pt modelId="{ABCA2DFF-CED4-43D2-AB20-019AD285D304}" type="pres">
      <dgm:prSet presAssocID="{56AD3CAA-CE66-4ABA-8A8F-DB05C2EC8BC8}" presName="bgRect" presStyleLbl="bgShp" presStyleIdx="1" presStyleCnt="3"/>
      <dgm:spPr/>
    </dgm:pt>
    <dgm:pt modelId="{2A6338B7-42E0-4535-8464-F295CBA568C9}" type="pres">
      <dgm:prSet presAssocID="{56AD3CAA-CE66-4ABA-8A8F-DB05C2EC8BC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C0B05AA5-65A2-4AD2-A4FE-4FA1C24216EE}" type="pres">
      <dgm:prSet presAssocID="{56AD3CAA-CE66-4ABA-8A8F-DB05C2EC8BC8}" presName="spaceRect" presStyleCnt="0"/>
      <dgm:spPr/>
    </dgm:pt>
    <dgm:pt modelId="{08C4CC15-0BEE-4223-8FFC-19277498C2ED}" type="pres">
      <dgm:prSet presAssocID="{56AD3CAA-CE66-4ABA-8A8F-DB05C2EC8BC8}" presName="parTx" presStyleLbl="revTx" presStyleIdx="1" presStyleCnt="3">
        <dgm:presLayoutVars>
          <dgm:chMax val="0"/>
          <dgm:chPref val="0"/>
        </dgm:presLayoutVars>
      </dgm:prSet>
      <dgm:spPr/>
    </dgm:pt>
    <dgm:pt modelId="{D218D87D-689A-4F4B-AAD2-5D68F2D85181}" type="pres">
      <dgm:prSet presAssocID="{D1A7F44E-8CE3-4B50-8DDC-103F2EB5399D}" presName="sibTrans" presStyleCnt="0"/>
      <dgm:spPr/>
    </dgm:pt>
    <dgm:pt modelId="{79236B42-083E-4DB6-8A0C-AB42F8003BA2}" type="pres">
      <dgm:prSet presAssocID="{F9C82B5B-2D44-424C-BBEB-6CBECA6D284A}" presName="compNode" presStyleCnt="0"/>
      <dgm:spPr/>
    </dgm:pt>
    <dgm:pt modelId="{37828083-B0E6-4361-A95E-6FDE57F411FB}" type="pres">
      <dgm:prSet presAssocID="{F9C82B5B-2D44-424C-BBEB-6CBECA6D284A}" presName="bgRect" presStyleLbl="bgShp" presStyleIdx="2" presStyleCnt="3"/>
      <dgm:spPr/>
    </dgm:pt>
    <dgm:pt modelId="{9824CAC9-9AD9-441E-8722-F43298244ABC}" type="pres">
      <dgm:prSet presAssocID="{F9C82B5B-2D44-424C-BBEB-6CBECA6D284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plom"/>
        </a:ext>
      </dgm:extLst>
    </dgm:pt>
    <dgm:pt modelId="{5B52CAF9-9B79-43B6-8B84-FBFF3C6517A5}" type="pres">
      <dgm:prSet presAssocID="{F9C82B5B-2D44-424C-BBEB-6CBECA6D284A}" presName="spaceRect" presStyleCnt="0"/>
      <dgm:spPr/>
    </dgm:pt>
    <dgm:pt modelId="{0A11245A-0024-482D-A231-F246423E25B0}" type="pres">
      <dgm:prSet presAssocID="{F9C82B5B-2D44-424C-BBEB-6CBECA6D284A}" presName="parTx" presStyleLbl="revTx" presStyleIdx="2" presStyleCnt="3">
        <dgm:presLayoutVars>
          <dgm:chMax val="0"/>
          <dgm:chPref val="0"/>
        </dgm:presLayoutVars>
      </dgm:prSet>
      <dgm:spPr/>
    </dgm:pt>
  </dgm:ptLst>
  <dgm:cxnLst>
    <dgm:cxn modelId="{B1D8C300-3AD4-4CFC-9318-D9D7146230A1}" type="presOf" srcId="{F9C82B5B-2D44-424C-BBEB-6CBECA6D284A}" destId="{0A11245A-0024-482D-A231-F246423E25B0}" srcOrd="0" destOrd="0" presId="urn:microsoft.com/office/officeart/2018/2/layout/IconVerticalSolidList"/>
    <dgm:cxn modelId="{D93CFD0E-E1E0-4718-817B-60E06BE9385C}" srcId="{BC5A411B-3942-43DD-AC7D-B6125ABEFCF1}" destId="{D7F5CB8E-202A-4442-A1E3-1E2DAD54BF36}" srcOrd="0" destOrd="0" parTransId="{D5566562-7E51-4C3A-8B41-4F25FD8BF2B3}" sibTransId="{D639E1D4-7BF2-48C6-8010-2940AD422787}"/>
    <dgm:cxn modelId="{5E63631E-C82B-4EA6-9F6C-AA3BB139A2CC}" type="presOf" srcId="{BC5A411B-3942-43DD-AC7D-B6125ABEFCF1}" destId="{88A2DDFE-3C7F-4113-A7FE-EEC0C36EBB62}" srcOrd="0" destOrd="0" presId="urn:microsoft.com/office/officeart/2018/2/layout/IconVerticalSolidList"/>
    <dgm:cxn modelId="{4C02C840-04ED-4D9E-8240-119DA232A231}" srcId="{BC5A411B-3942-43DD-AC7D-B6125ABEFCF1}" destId="{F9C82B5B-2D44-424C-BBEB-6CBECA6D284A}" srcOrd="2" destOrd="0" parTransId="{249C1EE9-BEE2-478E-8BF2-1FB5FB8387CA}" sibTransId="{D66D1775-170D-4D6D-816C-3E23D2699140}"/>
    <dgm:cxn modelId="{C28FB94E-C600-4CF6-9D13-7778D67BEDD6}" type="presOf" srcId="{D7F5CB8E-202A-4442-A1E3-1E2DAD54BF36}" destId="{94EF7B55-E3CA-4F4D-84CA-CFA1853C3548}" srcOrd="0" destOrd="0" presId="urn:microsoft.com/office/officeart/2018/2/layout/IconVerticalSolidList"/>
    <dgm:cxn modelId="{30306870-795C-46C6-A849-6DC0186722C3}" type="presOf" srcId="{56AD3CAA-CE66-4ABA-8A8F-DB05C2EC8BC8}" destId="{08C4CC15-0BEE-4223-8FFC-19277498C2ED}" srcOrd="0" destOrd="0" presId="urn:microsoft.com/office/officeart/2018/2/layout/IconVerticalSolidList"/>
    <dgm:cxn modelId="{6A22EC85-7FFE-4500-B824-CE79770A4A73}" srcId="{BC5A411B-3942-43DD-AC7D-B6125ABEFCF1}" destId="{56AD3CAA-CE66-4ABA-8A8F-DB05C2EC8BC8}" srcOrd="1" destOrd="0" parTransId="{E08E83B6-0A11-4B00-98ED-9FC172DFDF58}" sibTransId="{D1A7F44E-8CE3-4B50-8DDC-103F2EB5399D}"/>
    <dgm:cxn modelId="{3BD2D769-4219-4D13-ADD2-662D203D99C8}" type="presParOf" srcId="{88A2DDFE-3C7F-4113-A7FE-EEC0C36EBB62}" destId="{457615F7-FDD3-4F32-8A63-14CA14762446}" srcOrd="0" destOrd="0" presId="urn:microsoft.com/office/officeart/2018/2/layout/IconVerticalSolidList"/>
    <dgm:cxn modelId="{A697B649-DAEB-40CB-B97B-F71F8D827FA8}" type="presParOf" srcId="{457615F7-FDD3-4F32-8A63-14CA14762446}" destId="{6A01084A-CA92-472D-ADD3-564581C7A975}" srcOrd="0" destOrd="0" presId="urn:microsoft.com/office/officeart/2018/2/layout/IconVerticalSolidList"/>
    <dgm:cxn modelId="{ADFD9446-4521-4656-A300-D16BDD889EF1}" type="presParOf" srcId="{457615F7-FDD3-4F32-8A63-14CA14762446}" destId="{44CFD80A-FDFB-4A1E-AACF-0DA54CFD7580}" srcOrd="1" destOrd="0" presId="urn:microsoft.com/office/officeart/2018/2/layout/IconVerticalSolidList"/>
    <dgm:cxn modelId="{60B13AA3-47CF-4F29-8442-BD477F14A9E5}" type="presParOf" srcId="{457615F7-FDD3-4F32-8A63-14CA14762446}" destId="{BE375CCD-111E-4FFC-84E4-7C97888C93AE}" srcOrd="2" destOrd="0" presId="urn:microsoft.com/office/officeart/2018/2/layout/IconVerticalSolidList"/>
    <dgm:cxn modelId="{592479C6-B88F-4C7C-8FD6-5B8D2D26E941}" type="presParOf" srcId="{457615F7-FDD3-4F32-8A63-14CA14762446}" destId="{94EF7B55-E3CA-4F4D-84CA-CFA1853C3548}" srcOrd="3" destOrd="0" presId="urn:microsoft.com/office/officeart/2018/2/layout/IconVerticalSolidList"/>
    <dgm:cxn modelId="{D924C1C7-7AC0-4667-8FAD-F229DDF32DFF}" type="presParOf" srcId="{88A2DDFE-3C7F-4113-A7FE-EEC0C36EBB62}" destId="{FC4968D7-6F79-46C7-8837-CEF4804FA889}" srcOrd="1" destOrd="0" presId="urn:microsoft.com/office/officeart/2018/2/layout/IconVerticalSolidList"/>
    <dgm:cxn modelId="{F3315601-E11A-4653-9F2D-3B846275E0EF}" type="presParOf" srcId="{88A2DDFE-3C7F-4113-A7FE-EEC0C36EBB62}" destId="{0AF829D8-9F20-4F8A-B6AA-7EB62D6C015D}" srcOrd="2" destOrd="0" presId="urn:microsoft.com/office/officeart/2018/2/layout/IconVerticalSolidList"/>
    <dgm:cxn modelId="{58E72B7A-3698-4C29-A767-AE6E200150E6}" type="presParOf" srcId="{0AF829D8-9F20-4F8A-B6AA-7EB62D6C015D}" destId="{ABCA2DFF-CED4-43D2-AB20-019AD285D304}" srcOrd="0" destOrd="0" presId="urn:microsoft.com/office/officeart/2018/2/layout/IconVerticalSolidList"/>
    <dgm:cxn modelId="{CEC2D7B2-C6D7-4547-BA58-0B1DED45A0C3}" type="presParOf" srcId="{0AF829D8-9F20-4F8A-B6AA-7EB62D6C015D}" destId="{2A6338B7-42E0-4535-8464-F295CBA568C9}" srcOrd="1" destOrd="0" presId="urn:microsoft.com/office/officeart/2018/2/layout/IconVerticalSolidList"/>
    <dgm:cxn modelId="{AEA8DEB8-D628-4670-8645-736BFE732262}" type="presParOf" srcId="{0AF829D8-9F20-4F8A-B6AA-7EB62D6C015D}" destId="{C0B05AA5-65A2-4AD2-A4FE-4FA1C24216EE}" srcOrd="2" destOrd="0" presId="urn:microsoft.com/office/officeart/2018/2/layout/IconVerticalSolidList"/>
    <dgm:cxn modelId="{D6B33681-832C-4B53-BE73-9616421E13A2}" type="presParOf" srcId="{0AF829D8-9F20-4F8A-B6AA-7EB62D6C015D}" destId="{08C4CC15-0BEE-4223-8FFC-19277498C2ED}" srcOrd="3" destOrd="0" presId="urn:microsoft.com/office/officeart/2018/2/layout/IconVerticalSolidList"/>
    <dgm:cxn modelId="{3049C3D2-8CA5-4A12-8DF3-C9D934979174}" type="presParOf" srcId="{88A2DDFE-3C7F-4113-A7FE-EEC0C36EBB62}" destId="{D218D87D-689A-4F4B-AAD2-5D68F2D85181}" srcOrd="3" destOrd="0" presId="urn:microsoft.com/office/officeart/2018/2/layout/IconVerticalSolidList"/>
    <dgm:cxn modelId="{7E6EE20A-C37F-43B1-A72B-B23E295A72D4}" type="presParOf" srcId="{88A2DDFE-3C7F-4113-A7FE-EEC0C36EBB62}" destId="{79236B42-083E-4DB6-8A0C-AB42F8003BA2}" srcOrd="4" destOrd="0" presId="urn:microsoft.com/office/officeart/2018/2/layout/IconVerticalSolidList"/>
    <dgm:cxn modelId="{4F2C69D7-26C6-440E-BD16-03915B9465CC}" type="presParOf" srcId="{79236B42-083E-4DB6-8A0C-AB42F8003BA2}" destId="{37828083-B0E6-4361-A95E-6FDE57F411FB}" srcOrd="0" destOrd="0" presId="urn:microsoft.com/office/officeart/2018/2/layout/IconVerticalSolidList"/>
    <dgm:cxn modelId="{31AEE0AC-1AA6-4240-8B4B-E40B3E92A8BB}" type="presParOf" srcId="{79236B42-083E-4DB6-8A0C-AB42F8003BA2}" destId="{9824CAC9-9AD9-441E-8722-F43298244ABC}" srcOrd="1" destOrd="0" presId="urn:microsoft.com/office/officeart/2018/2/layout/IconVerticalSolidList"/>
    <dgm:cxn modelId="{6F2EE29A-4A56-4287-BFF0-BBA873E25A09}" type="presParOf" srcId="{79236B42-083E-4DB6-8A0C-AB42F8003BA2}" destId="{5B52CAF9-9B79-43B6-8B84-FBFF3C6517A5}" srcOrd="2" destOrd="0" presId="urn:microsoft.com/office/officeart/2018/2/layout/IconVerticalSolidList"/>
    <dgm:cxn modelId="{FFDEA85E-DA15-4979-8970-FC804512946D}" type="presParOf" srcId="{79236B42-083E-4DB6-8A0C-AB42F8003BA2}" destId="{0A11245A-0024-482D-A231-F246423E25B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64B24-57BB-4B76-8106-0F2752B38918}">
      <dsp:nvSpPr>
        <dsp:cNvPr id="0" name=""/>
        <dsp:cNvSpPr/>
      </dsp:nvSpPr>
      <dsp:spPr>
        <a:xfrm>
          <a:off x="2044800" y="375668"/>
          <a:ext cx="2196000" cy="21960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E03917-C6D9-4290-ACB0-60FE00AFC5C8}">
      <dsp:nvSpPr>
        <dsp:cNvPr id="0" name=""/>
        <dsp:cNvSpPr/>
      </dsp:nvSpPr>
      <dsp:spPr>
        <a:xfrm>
          <a:off x="2512800" y="843669"/>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3949F4-86A7-4098-9E04-20E6E7C101BE}">
      <dsp:nvSpPr>
        <dsp:cNvPr id="0" name=""/>
        <dsp:cNvSpPr/>
      </dsp:nvSpPr>
      <dsp:spPr>
        <a:xfrm>
          <a:off x="134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de-DE" sz="1900" kern="1200" dirty="0"/>
            <a:t>Prüfungsausschuss anlegen</a:t>
          </a:r>
          <a:endParaRPr lang="en-US" sz="1900" kern="1200" dirty="0"/>
        </a:p>
      </dsp:txBody>
      <dsp:txXfrm>
        <a:off x="1342800" y="3255669"/>
        <a:ext cx="3600000" cy="720000"/>
      </dsp:txXfrm>
    </dsp:sp>
    <dsp:sp modelId="{7AFA5F0C-4620-474A-B36C-033362F6D69C}">
      <dsp:nvSpPr>
        <dsp:cNvPr id="0" name=""/>
        <dsp:cNvSpPr/>
      </dsp:nvSpPr>
      <dsp:spPr>
        <a:xfrm>
          <a:off x="6274800" y="375668"/>
          <a:ext cx="2196000" cy="21960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19259B-D350-43FF-9CC9-9DA38175ECE0}">
      <dsp:nvSpPr>
        <dsp:cNvPr id="0" name=""/>
        <dsp:cNvSpPr/>
      </dsp:nvSpPr>
      <dsp:spPr>
        <a:xfrm>
          <a:off x="6742800" y="843669"/>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561EA7-ED0F-43D6-B3AF-325EE15DF8D9}">
      <dsp:nvSpPr>
        <dsp:cNvPr id="0" name=""/>
        <dsp:cNvSpPr/>
      </dsp:nvSpPr>
      <dsp:spPr>
        <a:xfrm>
          <a:off x="557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de-DE" sz="1900" kern="1200" dirty="0"/>
            <a:t>Prüfling hinzufügen/bearbeiten/ändern</a:t>
          </a:r>
          <a:endParaRPr lang="en-US" sz="1900" kern="1200" dirty="0"/>
        </a:p>
      </dsp:txBody>
      <dsp:txXfrm>
        <a:off x="5572800" y="3255669"/>
        <a:ext cx="36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FD95D7-FC09-4EA2-8384-745D5F3FC8FE}">
      <dsp:nvSpPr>
        <dsp:cNvPr id="0" name=""/>
        <dsp:cNvSpPr/>
      </dsp:nvSpPr>
      <dsp:spPr>
        <a:xfrm>
          <a:off x="679050"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ED02E6-AB83-4ED0-B8B9-AA1F20D2A749}">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53B12C-9608-49E3-A29E-444FA02E6176}">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de-DE" sz="1600" kern="1200" dirty="0"/>
            <a:t>Kommentare für Projektdokumentation erfassen</a:t>
          </a:r>
          <a:endParaRPr lang="en-US" sz="1600" kern="1200" dirty="0"/>
        </a:p>
      </dsp:txBody>
      <dsp:txXfrm>
        <a:off x="75768" y="3053169"/>
        <a:ext cx="3093750" cy="720000"/>
      </dsp:txXfrm>
    </dsp:sp>
    <dsp:sp modelId="{DCE0AC78-72B6-4D96-9622-E98F864B628C}">
      <dsp:nvSpPr>
        <dsp:cNvPr id="0" name=""/>
        <dsp:cNvSpPr/>
      </dsp:nvSpPr>
      <dsp:spPr>
        <a:xfrm>
          <a:off x="4314206"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5690AC-9580-4480-BCB3-D1247AA3D922}">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38B9D3-504F-4B7C-83E8-78BBD50F5E84}">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de-DE" sz="1600" kern="1200" dirty="0"/>
            <a:t>Fragen für Fachgespräch erfassen</a:t>
          </a:r>
          <a:endParaRPr lang="en-US" sz="1600" kern="1200" dirty="0"/>
        </a:p>
      </dsp:txBody>
      <dsp:txXfrm>
        <a:off x="3710925" y="3053169"/>
        <a:ext cx="3093750" cy="720000"/>
      </dsp:txXfrm>
    </dsp:sp>
    <dsp:sp modelId="{D5595F95-819A-45BF-91A4-93782B11FABE}">
      <dsp:nvSpPr>
        <dsp:cNvPr id="0" name=""/>
        <dsp:cNvSpPr/>
      </dsp:nvSpPr>
      <dsp:spPr>
        <a:xfrm>
          <a:off x="7949362"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DF2720-7109-4728-B405-A39DCD6D44EF}">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6E0B65-334F-43EF-8D38-0D0C695F54A9}">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de-DE" sz="1600" kern="1200" dirty="0"/>
            <a:t>Ergebnis ermitteln</a:t>
          </a:r>
          <a:endParaRPr lang="en-US" sz="1600" kern="1200" dirty="0"/>
        </a:p>
      </dsp:txBody>
      <dsp:txXfrm>
        <a:off x="7346081" y="3053169"/>
        <a:ext cx="30937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F3F66-3E85-4E79-83DC-FDCC348546B3}">
      <dsp:nvSpPr>
        <dsp:cNvPr id="0" name=""/>
        <dsp:cNvSpPr/>
      </dsp:nvSpPr>
      <dsp:spPr>
        <a:xfrm>
          <a:off x="679050"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FCB884-AF06-43FC-8CE9-21ACF82D083D}">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733AD3-AA36-4AEA-B179-AE4184F738A9}">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defRPr cap="all"/>
          </a:pPr>
          <a:r>
            <a:rPr lang="de-DE" sz="2400" kern="1200" dirty="0"/>
            <a:t>Punkte für Teilbereiche erfassen</a:t>
          </a:r>
          <a:endParaRPr lang="en-US" sz="2400" kern="1200" dirty="0"/>
        </a:p>
      </dsp:txBody>
      <dsp:txXfrm>
        <a:off x="75768" y="3053169"/>
        <a:ext cx="3093750" cy="720000"/>
      </dsp:txXfrm>
    </dsp:sp>
    <dsp:sp modelId="{57F32ABF-8ACB-4583-890C-934519429B73}">
      <dsp:nvSpPr>
        <dsp:cNvPr id="0" name=""/>
        <dsp:cNvSpPr/>
      </dsp:nvSpPr>
      <dsp:spPr>
        <a:xfrm>
          <a:off x="4314206"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2E03BD-2B18-46C6-86FA-1A82D804AF88}">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A342AF-2EB8-4A2D-A5AB-A0BD464FBA07}">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defRPr cap="all"/>
          </a:pPr>
          <a:r>
            <a:rPr lang="de-DE" sz="2400" kern="1200" dirty="0"/>
            <a:t>Kommentare für Teilbereiche erfassen</a:t>
          </a:r>
          <a:endParaRPr lang="en-US" sz="2400" kern="1200" dirty="0"/>
        </a:p>
      </dsp:txBody>
      <dsp:txXfrm>
        <a:off x="3710925" y="3053169"/>
        <a:ext cx="3093750" cy="720000"/>
      </dsp:txXfrm>
    </dsp:sp>
    <dsp:sp modelId="{7196E235-C5E5-4EBE-8D7F-D2AAA30BDE89}">
      <dsp:nvSpPr>
        <dsp:cNvPr id="0" name=""/>
        <dsp:cNvSpPr/>
      </dsp:nvSpPr>
      <dsp:spPr>
        <a:xfrm>
          <a:off x="7949362"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C73F65-9FA9-4920-85CB-9955F7DE3D87}">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C90CD8-2497-470D-AC6E-BF18BB313926}">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defRPr cap="all"/>
          </a:pPr>
          <a:r>
            <a:rPr lang="de-DE" sz="2400" kern="1200" dirty="0"/>
            <a:t>Ergebnis ermitteln</a:t>
          </a:r>
          <a:endParaRPr lang="en-US" sz="2400" kern="1200" dirty="0"/>
        </a:p>
      </dsp:txBody>
      <dsp:txXfrm>
        <a:off x="7346081" y="3053169"/>
        <a:ext cx="30937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F3F66-3E85-4E79-83DC-FDCC348546B3}">
      <dsp:nvSpPr>
        <dsp:cNvPr id="0" name=""/>
        <dsp:cNvSpPr/>
      </dsp:nvSpPr>
      <dsp:spPr>
        <a:xfrm>
          <a:off x="679050"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FCB884-AF06-43FC-8CE9-21ACF82D083D}">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733AD3-AA36-4AEA-B179-AE4184F738A9}">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de-DE" sz="2300" kern="1200" dirty="0"/>
            <a:t>Fragen auswählen</a:t>
          </a:r>
          <a:endParaRPr lang="en-US" sz="2300" kern="1200" dirty="0"/>
        </a:p>
      </dsp:txBody>
      <dsp:txXfrm>
        <a:off x="75768" y="3053169"/>
        <a:ext cx="3093750" cy="720000"/>
      </dsp:txXfrm>
    </dsp:sp>
    <dsp:sp modelId="{57F32ABF-8ACB-4583-890C-934519429B73}">
      <dsp:nvSpPr>
        <dsp:cNvPr id="0" name=""/>
        <dsp:cNvSpPr/>
      </dsp:nvSpPr>
      <dsp:spPr>
        <a:xfrm>
          <a:off x="4314206"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2E03BD-2B18-46C6-86FA-1A82D804AF88}">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A342AF-2EB8-4A2D-A5AB-A0BD464FBA07}">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de-DE" sz="2300" kern="1200" dirty="0"/>
            <a:t>Bepunktung je frage erfassen</a:t>
          </a:r>
          <a:endParaRPr lang="en-US" sz="2300" kern="1200" dirty="0"/>
        </a:p>
      </dsp:txBody>
      <dsp:txXfrm>
        <a:off x="3710925" y="3053169"/>
        <a:ext cx="3093750" cy="720000"/>
      </dsp:txXfrm>
    </dsp:sp>
    <dsp:sp modelId="{7196E235-C5E5-4EBE-8D7F-D2AAA30BDE89}">
      <dsp:nvSpPr>
        <dsp:cNvPr id="0" name=""/>
        <dsp:cNvSpPr/>
      </dsp:nvSpPr>
      <dsp:spPr>
        <a:xfrm>
          <a:off x="7949362"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C73F65-9FA9-4920-85CB-9955F7DE3D87}">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C90CD8-2497-470D-AC6E-BF18BB313926}">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de-DE" sz="2300" kern="1200" dirty="0"/>
            <a:t>Ergebnis ermitteln</a:t>
          </a:r>
          <a:endParaRPr lang="en-US" sz="2300" kern="1200" dirty="0"/>
        </a:p>
      </dsp:txBody>
      <dsp:txXfrm>
        <a:off x="7346081" y="3053169"/>
        <a:ext cx="309375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F3F66-3E85-4E79-83DC-FDCC348546B3}">
      <dsp:nvSpPr>
        <dsp:cNvPr id="0" name=""/>
        <dsp:cNvSpPr/>
      </dsp:nvSpPr>
      <dsp:spPr>
        <a:xfrm>
          <a:off x="679050"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FCB884-AF06-43FC-8CE9-21ACF82D083D}">
      <dsp:nvSpPr>
        <dsp:cNvPr id="0" name=""/>
        <dsp:cNvSpPr/>
      </dsp:nvSpPr>
      <dsp:spPr>
        <a:xfrm>
          <a:off x="1081237" y="980356"/>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733AD3-AA36-4AEA-B179-AE4184F738A9}">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de-DE" sz="1800" kern="1200" dirty="0"/>
            <a:t>Punktzahl der schriftlichen Prüfung erfassen</a:t>
          </a:r>
          <a:endParaRPr lang="en-US" sz="1800" kern="1200" dirty="0"/>
        </a:p>
      </dsp:txBody>
      <dsp:txXfrm>
        <a:off x="75768" y="3053169"/>
        <a:ext cx="3093750" cy="720000"/>
      </dsp:txXfrm>
    </dsp:sp>
    <dsp:sp modelId="{57F32ABF-8ACB-4583-890C-934519429B73}">
      <dsp:nvSpPr>
        <dsp:cNvPr id="0" name=""/>
        <dsp:cNvSpPr/>
      </dsp:nvSpPr>
      <dsp:spPr>
        <a:xfrm>
          <a:off x="4314206"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2E03BD-2B18-46C6-86FA-1A82D804AF88}">
      <dsp:nvSpPr>
        <dsp:cNvPr id="0" name=""/>
        <dsp:cNvSpPr/>
      </dsp:nvSpPr>
      <dsp:spPr>
        <a:xfrm>
          <a:off x="4716393" y="980356"/>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A342AF-2EB8-4A2D-A5AB-A0BD464FBA07}">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de-DE" sz="1800" kern="1200" dirty="0"/>
            <a:t>Übersicht über gesamtpunktzahl je Bereich</a:t>
          </a:r>
          <a:endParaRPr lang="en-US" sz="1800" kern="1200" dirty="0"/>
        </a:p>
      </dsp:txBody>
      <dsp:txXfrm>
        <a:off x="3710925" y="3053169"/>
        <a:ext cx="3093750" cy="720000"/>
      </dsp:txXfrm>
    </dsp:sp>
    <dsp:sp modelId="{7196E235-C5E5-4EBE-8D7F-D2AAA30BDE89}">
      <dsp:nvSpPr>
        <dsp:cNvPr id="0" name=""/>
        <dsp:cNvSpPr/>
      </dsp:nvSpPr>
      <dsp:spPr>
        <a:xfrm>
          <a:off x="7949362" y="578168"/>
          <a:ext cx="1887187" cy="188718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C73F65-9FA9-4920-85CB-9955F7DE3D87}">
      <dsp:nvSpPr>
        <dsp:cNvPr id="0" name=""/>
        <dsp:cNvSpPr/>
      </dsp:nvSpPr>
      <dsp:spPr>
        <a:xfrm>
          <a:off x="8351550" y="980356"/>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C90CD8-2497-470D-AC6E-BF18BB313926}">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de-DE" sz="1800" kern="1200" dirty="0"/>
            <a:t>Übersicht über Gesamtpunktzahl und Note</a:t>
          </a:r>
          <a:endParaRPr lang="en-US" sz="1800" kern="1200" dirty="0"/>
        </a:p>
      </dsp:txBody>
      <dsp:txXfrm>
        <a:off x="7346081" y="3053169"/>
        <a:ext cx="309375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96E235-C5E5-4EBE-8D7F-D2AAA30BDE89}">
      <dsp:nvSpPr>
        <dsp:cNvPr id="0" name=""/>
        <dsp:cNvSpPr/>
      </dsp:nvSpPr>
      <dsp:spPr>
        <a:xfrm>
          <a:off x="4159800" y="375668"/>
          <a:ext cx="2196000" cy="21960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C73F65-9FA9-4920-85CB-9955F7DE3D87}">
      <dsp:nvSpPr>
        <dsp:cNvPr id="0" name=""/>
        <dsp:cNvSpPr/>
      </dsp:nvSpPr>
      <dsp:spPr>
        <a:xfrm>
          <a:off x="4627800" y="843669"/>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C90CD8-2497-470D-AC6E-BF18BB313926}">
      <dsp:nvSpPr>
        <dsp:cNvPr id="0" name=""/>
        <dsp:cNvSpPr/>
      </dsp:nvSpPr>
      <dsp:spPr>
        <a:xfrm>
          <a:off x="3457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de-DE" sz="2600" kern="1200" dirty="0"/>
            <a:t>Notwendigkeit Prüfen</a:t>
          </a:r>
          <a:endParaRPr lang="en-US" sz="2600" kern="1200" dirty="0"/>
        </a:p>
      </dsp:txBody>
      <dsp:txXfrm>
        <a:off x="3457800" y="3255669"/>
        <a:ext cx="360000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F3F66-3E85-4E79-83DC-FDCC348546B3}">
      <dsp:nvSpPr>
        <dsp:cNvPr id="0" name=""/>
        <dsp:cNvSpPr/>
      </dsp:nvSpPr>
      <dsp:spPr>
        <a:xfrm>
          <a:off x="2044800" y="375668"/>
          <a:ext cx="2196000" cy="21960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FCB884-AF06-43FC-8CE9-21ACF82D083D}">
      <dsp:nvSpPr>
        <dsp:cNvPr id="0" name=""/>
        <dsp:cNvSpPr/>
      </dsp:nvSpPr>
      <dsp:spPr>
        <a:xfrm>
          <a:off x="2512800" y="843669"/>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733AD3-AA36-4AEA-B179-AE4184F738A9}">
      <dsp:nvSpPr>
        <dsp:cNvPr id="0" name=""/>
        <dsp:cNvSpPr/>
      </dsp:nvSpPr>
      <dsp:spPr>
        <a:xfrm>
          <a:off x="134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de-DE" sz="1800" kern="1200" dirty="0"/>
            <a:t>Alle daten zum Prüfungsausschuss abspeichern</a:t>
          </a:r>
          <a:endParaRPr lang="en-US" sz="1800" kern="1200" dirty="0"/>
        </a:p>
      </dsp:txBody>
      <dsp:txXfrm>
        <a:off x="1342800" y="3255669"/>
        <a:ext cx="3600000" cy="720000"/>
      </dsp:txXfrm>
    </dsp:sp>
    <dsp:sp modelId="{57F32ABF-8ACB-4583-890C-934519429B73}">
      <dsp:nvSpPr>
        <dsp:cNvPr id="0" name=""/>
        <dsp:cNvSpPr/>
      </dsp:nvSpPr>
      <dsp:spPr>
        <a:xfrm>
          <a:off x="6274800" y="375668"/>
          <a:ext cx="2196000" cy="2196000"/>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2E03BD-2B18-46C6-86FA-1A82D804AF88}">
      <dsp:nvSpPr>
        <dsp:cNvPr id="0" name=""/>
        <dsp:cNvSpPr/>
      </dsp:nvSpPr>
      <dsp:spPr>
        <a:xfrm>
          <a:off x="6742800" y="843669"/>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A342AF-2EB8-4A2D-A5AB-A0BD464FBA07}">
      <dsp:nvSpPr>
        <dsp:cNvPr id="0" name=""/>
        <dsp:cNvSpPr/>
      </dsp:nvSpPr>
      <dsp:spPr>
        <a:xfrm>
          <a:off x="5572800" y="3255669"/>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de-DE" sz="1800" kern="1200" dirty="0"/>
            <a:t>Daten zum Prüfungsausschuss laden</a:t>
          </a:r>
          <a:endParaRPr lang="en-US" sz="1800" kern="1200" dirty="0"/>
        </a:p>
      </dsp:txBody>
      <dsp:txXfrm>
        <a:off x="5572800" y="3255669"/>
        <a:ext cx="3600000"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24FA02-B970-422A-98A1-505881E8FC78}">
      <dsp:nvSpPr>
        <dsp:cNvPr id="0" name=""/>
        <dsp:cNvSpPr/>
      </dsp:nvSpPr>
      <dsp:spPr>
        <a:xfrm>
          <a:off x="0" y="2124"/>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0B5BF0-0E0F-416A-BDBD-4AF9713E4ABE}">
      <dsp:nvSpPr>
        <dsp:cNvPr id="0" name=""/>
        <dsp:cNvSpPr/>
      </dsp:nvSpPr>
      <dsp:spPr>
        <a:xfrm>
          <a:off x="0" y="212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de-DE" sz="4000" kern="1200"/>
            <a:t>Hardware: PC oder Laptop mit min 16 GB RAM, 128 GB Speicher; Maus; Tastatur</a:t>
          </a:r>
          <a:endParaRPr lang="en-US" sz="4000" kern="1200"/>
        </a:p>
      </dsp:txBody>
      <dsp:txXfrm>
        <a:off x="0" y="2124"/>
        <a:ext cx="10515600" cy="1449029"/>
      </dsp:txXfrm>
    </dsp:sp>
    <dsp:sp modelId="{94504873-EDC7-48B9-9BC0-B488B9F07B0D}">
      <dsp:nvSpPr>
        <dsp:cNvPr id="0" name=""/>
        <dsp:cNvSpPr/>
      </dsp:nvSpPr>
      <dsp:spPr>
        <a:xfrm>
          <a:off x="0" y="1451154"/>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595B24-47EC-4CCF-AEC6-B6B5C90CAE87}">
      <dsp:nvSpPr>
        <dsp:cNvPr id="0" name=""/>
        <dsp:cNvSpPr/>
      </dsp:nvSpPr>
      <dsp:spPr>
        <a:xfrm>
          <a:off x="0" y="145115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de-DE" sz="4000" kern="1200"/>
            <a:t>Software: Windows 10/11; Visual Studio Code (Entwicklungsumgebung)</a:t>
          </a:r>
          <a:endParaRPr lang="en-US" sz="4000" kern="1200"/>
        </a:p>
      </dsp:txBody>
      <dsp:txXfrm>
        <a:off x="0" y="1451154"/>
        <a:ext cx="10515600" cy="1449029"/>
      </dsp:txXfrm>
    </dsp:sp>
    <dsp:sp modelId="{13717457-011D-45BC-858E-016B5449DDFE}">
      <dsp:nvSpPr>
        <dsp:cNvPr id="0" name=""/>
        <dsp:cNvSpPr/>
      </dsp:nvSpPr>
      <dsp:spPr>
        <a:xfrm>
          <a:off x="0" y="2900183"/>
          <a:ext cx="105156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2CD7D3-E168-4EE1-A47C-EECF84C0934A}">
      <dsp:nvSpPr>
        <dsp:cNvPr id="0" name=""/>
        <dsp:cNvSpPr/>
      </dsp:nvSpPr>
      <dsp:spPr>
        <a:xfrm>
          <a:off x="0" y="2900183"/>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de-DE" sz="4000" kern="1200"/>
            <a:t>Zusätzliche Anforderungen: .Net Version 8.0 oder höher</a:t>
          </a:r>
          <a:endParaRPr lang="en-US" sz="4000" kern="1200"/>
        </a:p>
      </dsp:txBody>
      <dsp:txXfrm>
        <a:off x="0" y="2900183"/>
        <a:ext cx="10515600" cy="144902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1084A-CA92-472D-ADD3-564581C7A975}">
      <dsp:nvSpPr>
        <dsp:cNvPr id="0" name=""/>
        <dsp:cNvSpPr/>
      </dsp:nvSpPr>
      <dsp:spPr>
        <a:xfrm>
          <a:off x="0" y="53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CFD80A-FDFB-4A1E-AACF-0DA54CFD7580}">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EF7B55-E3CA-4F4D-84CA-CFA1853C3548}">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de-DE" sz="2300" kern="1200"/>
            <a:t>Qualitätsanforderungen: Alle funktionalen Anforderungen werden vollständig erfüllt und die Software arbeitet zuverlässig und fehlerfrei; Die Datenspeicherung erfolgt DSGVO-konform</a:t>
          </a:r>
          <a:endParaRPr lang="en-US" sz="2300" kern="1200"/>
        </a:p>
      </dsp:txBody>
      <dsp:txXfrm>
        <a:off x="1435590" y="531"/>
        <a:ext cx="9080009" cy="1242935"/>
      </dsp:txXfrm>
    </dsp:sp>
    <dsp:sp modelId="{ABCA2DFF-CED4-43D2-AB20-019AD285D304}">
      <dsp:nvSpPr>
        <dsp:cNvPr id="0" name=""/>
        <dsp:cNvSpPr/>
      </dsp:nvSpPr>
      <dsp:spPr>
        <a:xfrm>
          <a:off x="0" y="155420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6338B7-42E0-4535-8464-F295CBA568C9}">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C4CC15-0BEE-4223-8FFC-19277498C2ED}">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de-DE" sz="2300" kern="1200"/>
            <a:t>Qualitätssicherung: Abnahme erfolgt durch Auftraggeber</a:t>
          </a:r>
          <a:endParaRPr lang="en-US" sz="2300" kern="1200"/>
        </a:p>
      </dsp:txBody>
      <dsp:txXfrm>
        <a:off x="1435590" y="1554201"/>
        <a:ext cx="9080009" cy="1242935"/>
      </dsp:txXfrm>
    </dsp:sp>
    <dsp:sp modelId="{37828083-B0E6-4361-A95E-6FDE57F411FB}">
      <dsp:nvSpPr>
        <dsp:cNvPr id="0" name=""/>
        <dsp:cNvSpPr/>
      </dsp:nvSpPr>
      <dsp:spPr>
        <a:xfrm>
          <a:off x="0" y="3107870"/>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24CAC9-9AD9-441E-8722-F43298244ABC}">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11245A-0024-482D-A231-F246423E25B0}">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022350">
            <a:lnSpc>
              <a:spcPct val="90000"/>
            </a:lnSpc>
            <a:spcBef>
              <a:spcPct val="0"/>
            </a:spcBef>
            <a:spcAft>
              <a:spcPct val="35000"/>
            </a:spcAft>
            <a:buNone/>
          </a:pPr>
          <a:r>
            <a:rPr lang="de-DE" sz="2300" kern="1200"/>
            <a:t>Qualitätskontrolle: Prüfung aller Anforderungen nach Abschluss der Implementierung</a:t>
          </a:r>
          <a:endParaRPr lang="en-US" sz="2300" kern="1200"/>
        </a:p>
      </dsp:txBody>
      <dsp:txXfrm>
        <a:off x="1435590" y="3107870"/>
        <a:ext cx="9080009" cy="1242935"/>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B00D1B-EDF8-79CB-B736-13337BE95D7C}"/>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DE" dirty="0"/>
          </a:p>
        </p:txBody>
      </p:sp>
      <p:sp>
        <p:nvSpPr>
          <p:cNvPr id="3" name="Untertitel 2">
            <a:extLst>
              <a:ext uri="{FF2B5EF4-FFF2-40B4-BE49-F238E27FC236}">
                <a16:creationId xmlns:a16="http://schemas.microsoft.com/office/drawing/2014/main" id="{2F65539D-E8B3-D4FC-244B-7BE73D4975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DE" dirty="0"/>
          </a:p>
        </p:txBody>
      </p:sp>
      <p:sp>
        <p:nvSpPr>
          <p:cNvPr id="5" name="Fußzeilenplatzhalter 4">
            <a:extLst>
              <a:ext uri="{FF2B5EF4-FFF2-40B4-BE49-F238E27FC236}">
                <a16:creationId xmlns:a16="http://schemas.microsoft.com/office/drawing/2014/main" id="{263688B3-D1E8-EE21-D263-CA49EB9E6EE2}"/>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317613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Folienmaster_Bernhard_SJ23_2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3A78B9-C6E6-B990-A399-9FBBDD9B1CC2}"/>
              </a:ext>
            </a:extLst>
          </p:cNvPr>
          <p:cNvSpPr>
            <a:spLocks noGrp="1"/>
          </p:cNvSpPr>
          <p:nvPr>
            <p:ph type="title"/>
          </p:nvPr>
        </p:nvSpPr>
        <p:spPr/>
        <p:txBody>
          <a:bodyPr/>
          <a:lstStyle/>
          <a:p>
            <a:r>
              <a:rPr lang="de-DE"/>
              <a:t>Mastertitelformat bearbeiten</a:t>
            </a:r>
            <a:endParaRPr lang="de-DE" dirty="0"/>
          </a:p>
        </p:txBody>
      </p:sp>
      <p:sp>
        <p:nvSpPr>
          <p:cNvPr id="3" name="Inhaltsplatzhalter 2">
            <a:extLst>
              <a:ext uri="{FF2B5EF4-FFF2-40B4-BE49-F238E27FC236}">
                <a16:creationId xmlns:a16="http://schemas.microsoft.com/office/drawing/2014/main" id="{48714136-468C-7D0C-0E2B-FEEE9C6372DF}"/>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ußzeilenplatzhalter 4">
            <a:extLst>
              <a:ext uri="{FF2B5EF4-FFF2-40B4-BE49-F238E27FC236}">
                <a16:creationId xmlns:a16="http://schemas.microsoft.com/office/drawing/2014/main" id="{EE23A040-10E8-C071-BEEB-53C210E13979}"/>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1348691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32CD3A-201A-6689-D9DD-E705FF622DE9}"/>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54BE641A-C054-755E-F34B-2F1E6ED4510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5" name="Fußzeilenplatzhalter 4">
            <a:extLst>
              <a:ext uri="{FF2B5EF4-FFF2-40B4-BE49-F238E27FC236}">
                <a16:creationId xmlns:a16="http://schemas.microsoft.com/office/drawing/2014/main" id="{EECBAB3D-10B2-8CE6-BB66-DE33D56DF769}"/>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1702513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B08E9C-6A07-7975-7BB0-8D9F4CCE2D9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8834A94-6EA2-C17D-204B-3916796109EF}"/>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4E49847C-DF7A-891A-3E74-023D73DF5452}"/>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6" name="Fußzeilenplatzhalter 5">
            <a:extLst>
              <a:ext uri="{FF2B5EF4-FFF2-40B4-BE49-F238E27FC236}">
                <a16:creationId xmlns:a16="http://schemas.microsoft.com/office/drawing/2014/main" id="{471EE72D-99CD-AF8E-6FD3-01D66A011425}"/>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72792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C16F1F-6B77-AC5C-2A1C-E4AAD1C65235}"/>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598580AA-651C-1A17-3E36-CA0A39372E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91A6550B-9E12-A3A0-71F9-E5802E4EDB6C}"/>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D74D0138-B66A-3025-941E-5E5096A892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7CC6D46A-B5D1-5D35-806B-B92E533949E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ußzeilenplatzhalter 7">
            <a:extLst>
              <a:ext uri="{FF2B5EF4-FFF2-40B4-BE49-F238E27FC236}">
                <a16:creationId xmlns:a16="http://schemas.microsoft.com/office/drawing/2014/main" id="{0CE28D08-F260-6C24-BDC4-1B10561A86E7}"/>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3384152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57B6C8-B231-64A8-2C33-2DCAE21E0370}"/>
              </a:ext>
            </a:extLst>
          </p:cNvPr>
          <p:cNvSpPr>
            <a:spLocks noGrp="1"/>
          </p:cNvSpPr>
          <p:nvPr>
            <p:ph type="title"/>
          </p:nvPr>
        </p:nvSpPr>
        <p:spPr/>
        <p:txBody>
          <a:bodyPr/>
          <a:lstStyle/>
          <a:p>
            <a:r>
              <a:rPr lang="de-DE"/>
              <a:t>Mastertitelformat bearbeiten</a:t>
            </a:r>
          </a:p>
        </p:txBody>
      </p:sp>
      <p:sp>
        <p:nvSpPr>
          <p:cNvPr id="4" name="Fußzeilenplatzhalter 3">
            <a:extLst>
              <a:ext uri="{FF2B5EF4-FFF2-40B4-BE49-F238E27FC236}">
                <a16:creationId xmlns:a16="http://schemas.microsoft.com/office/drawing/2014/main" id="{F23964A7-0516-7D25-53CF-AC8C22C3E694}"/>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3287565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54587D1A-87A4-C991-CB5C-D9FF59E7EDB8}"/>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249213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852D64-06DD-7BAF-E5BA-2299B7DAB204}"/>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BDF1043B-667F-92D1-036B-4DF4657345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9AFEEC3A-307B-5941-6516-13C4564266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6" name="Fußzeilenplatzhalter 5">
            <a:extLst>
              <a:ext uri="{FF2B5EF4-FFF2-40B4-BE49-F238E27FC236}">
                <a16:creationId xmlns:a16="http://schemas.microsoft.com/office/drawing/2014/main" id="{2D1E7040-ED8A-5DE3-1278-221365106FC6}"/>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2554131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6AC406-CFD0-D198-2ECF-D41117192844}"/>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00A7884-24E6-7169-CAEE-EC399ADECC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Bild durch Klicken auf Symbol hinzufügen</a:t>
            </a:r>
          </a:p>
        </p:txBody>
      </p:sp>
      <p:sp>
        <p:nvSpPr>
          <p:cNvPr id="4" name="Textplatzhalter 3">
            <a:extLst>
              <a:ext uri="{FF2B5EF4-FFF2-40B4-BE49-F238E27FC236}">
                <a16:creationId xmlns:a16="http://schemas.microsoft.com/office/drawing/2014/main" id="{90F73094-F931-10D7-168B-E1AFD0360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6" name="Fußzeilenplatzhalter 5">
            <a:extLst>
              <a:ext uri="{FF2B5EF4-FFF2-40B4-BE49-F238E27FC236}">
                <a16:creationId xmlns:a16="http://schemas.microsoft.com/office/drawing/2014/main" id="{DE6CF981-6973-784B-4B94-B0E8DC79BBD7}"/>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838117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0DD8C-0EEC-E89E-EEBA-0694CD843F14}"/>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E42C2F11-791A-8CFD-2FE8-EF2CD8A13B24}"/>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D2715E3E-26BB-F894-69C6-3166587E3CE4}"/>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3751360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1331CB9-8D6F-57A4-4B15-1B15EDBA89BE}"/>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4F1E3758-95B0-02E1-888F-CCA85E9293F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6FD61580-0293-69E3-D3B2-AB884F09B9CF}"/>
              </a:ext>
            </a:extLst>
          </p:cNvPr>
          <p:cNvSpPr>
            <a:spLocks noGrp="1"/>
          </p:cNvSpPr>
          <p:nvPr>
            <p:ph type="ftr" sz="quarter" idx="11"/>
          </p:nvPr>
        </p:nvSpPr>
        <p:spPr/>
        <p:txBody>
          <a:bodyPr/>
          <a:lstStyle/>
          <a:p>
            <a:endParaRPr lang="de-DE" dirty="0"/>
          </a:p>
        </p:txBody>
      </p:sp>
    </p:spTree>
    <p:extLst>
      <p:ext uri="{BB962C8B-B14F-4D97-AF65-F5344CB8AC3E}">
        <p14:creationId xmlns:p14="http://schemas.microsoft.com/office/powerpoint/2010/main" val="864082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FD740A9-476D-9D06-1215-34089FE29E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66034B84-4755-39A7-2431-D1F94D89A3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Fußzeilenplatzhalter 4">
            <a:extLst>
              <a:ext uri="{FF2B5EF4-FFF2-40B4-BE49-F238E27FC236}">
                <a16:creationId xmlns:a16="http://schemas.microsoft.com/office/drawing/2014/main" id="{760B2C83-1A57-58EF-D6A1-33162148CE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dirty="0"/>
          </a:p>
        </p:txBody>
      </p:sp>
      <p:pic>
        <p:nvPicPr>
          <p:cNvPr id="8" name="Grafik 7" descr="Ein Bild, das Text, Schrift, Design enthält.&#10;&#10;Automatisch generierte Beschreibung">
            <a:extLst>
              <a:ext uri="{FF2B5EF4-FFF2-40B4-BE49-F238E27FC236}">
                <a16:creationId xmlns:a16="http://schemas.microsoft.com/office/drawing/2014/main" id="{C199BBF2-90C9-B9D9-9A07-D0782F1EB03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493817" y="6167658"/>
            <a:ext cx="664569" cy="664569"/>
          </a:xfrm>
          <a:prstGeom prst="rect">
            <a:avLst/>
          </a:prstGeom>
        </p:spPr>
      </p:pic>
      <p:sp>
        <p:nvSpPr>
          <p:cNvPr id="9" name="Textfeld 8">
            <a:extLst>
              <a:ext uri="{FF2B5EF4-FFF2-40B4-BE49-F238E27FC236}">
                <a16:creationId xmlns:a16="http://schemas.microsoft.com/office/drawing/2014/main" id="{95DDE023-5196-0D4E-C07E-81E828C43CB1}"/>
              </a:ext>
            </a:extLst>
          </p:cNvPr>
          <p:cNvSpPr txBox="1"/>
          <p:nvPr/>
        </p:nvSpPr>
        <p:spPr>
          <a:xfrm>
            <a:off x="8665369" y="6218692"/>
            <a:ext cx="2758440" cy="646331"/>
          </a:xfrm>
          <a:prstGeom prst="rect">
            <a:avLst/>
          </a:prstGeom>
          <a:noFill/>
        </p:spPr>
        <p:txBody>
          <a:bodyPr wrap="square" rtlCol="0">
            <a:spAutoFit/>
          </a:bodyPr>
          <a:lstStyle/>
          <a:p>
            <a:pPr algn="r"/>
            <a:r>
              <a:rPr lang="de-DE" sz="1200" dirty="0"/>
              <a:t>ITAE 12D IT-Projekt Gruppe 7</a:t>
            </a:r>
          </a:p>
          <a:p>
            <a:pPr algn="r"/>
            <a:r>
              <a:rPr lang="de-DE" sz="1200" dirty="0"/>
              <a:t>Präsentator: Götz, Bernhard</a:t>
            </a:r>
            <a:br>
              <a:rPr lang="de-DE" sz="1200" dirty="0"/>
            </a:br>
            <a:r>
              <a:rPr lang="de-DE" sz="1200" dirty="0"/>
              <a:t>Schuljahr: 2025/2026</a:t>
            </a:r>
          </a:p>
        </p:txBody>
      </p:sp>
      <p:sp>
        <p:nvSpPr>
          <p:cNvPr id="4" name="Textfeld 3">
            <a:extLst>
              <a:ext uri="{FF2B5EF4-FFF2-40B4-BE49-F238E27FC236}">
                <a16:creationId xmlns:a16="http://schemas.microsoft.com/office/drawing/2014/main" id="{62FAEA62-298D-6946-BC02-82B929C4CEC9}"/>
              </a:ext>
            </a:extLst>
          </p:cNvPr>
          <p:cNvSpPr txBox="1"/>
          <p:nvPr/>
        </p:nvSpPr>
        <p:spPr>
          <a:xfrm>
            <a:off x="86264" y="6495691"/>
            <a:ext cx="751936" cy="369332"/>
          </a:xfrm>
          <a:prstGeom prst="rect">
            <a:avLst/>
          </a:prstGeom>
          <a:noFill/>
        </p:spPr>
        <p:txBody>
          <a:bodyPr wrap="square" rtlCol="0">
            <a:spAutoFit/>
          </a:bodyPr>
          <a:lstStyle/>
          <a:p>
            <a:fld id="{C06966BB-24CC-4DE8-AB9A-3D6ADDF56B3E}" type="slidenum">
              <a:rPr lang="de-DE" smtClean="0"/>
              <a:t>‹Nr.›</a:t>
            </a:fld>
            <a:endParaRPr lang="de-DE" dirty="0"/>
          </a:p>
        </p:txBody>
      </p:sp>
    </p:spTree>
    <p:extLst>
      <p:ext uri="{BB962C8B-B14F-4D97-AF65-F5344CB8AC3E}">
        <p14:creationId xmlns:p14="http://schemas.microsoft.com/office/powerpoint/2010/main" val="32140848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0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9E423B-83D5-1685-0472-9C9842D375FD}"/>
              </a:ext>
            </a:extLst>
          </p:cNvPr>
          <p:cNvSpPr>
            <a:spLocks noGrp="1"/>
          </p:cNvSpPr>
          <p:nvPr>
            <p:ph type="ctrTitle"/>
          </p:nvPr>
        </p:nvSpPr>
        <p:spPr/>
        <p:txBody>
          <a:bodyPr/>
          <a:lstStyle/>
          <a:p>
            <a:r>
              <a:rPr lang="de-DE" dirty="0"/>
              <a:t>EvalPro</a:t>
            </a:r>
          </a:p>
        </p:txBody>
      </p:sp>
      <p:sp>
        <p:nvSpPr>
          <p:cNvPr id="3" name="Untertitel 2">
            <a:extLst>
              <a:ext uri="{FF2B5EF4-FFF2-40B4-BE49-F238E27FC236}">
                <a16:creationId xmlns:a16="http://schemas.microsoft.com/office/drawing/2014/main" id="{9A0507FD-A4E8-F295-34E5-AADC4381FD9E}"/>
              </a:ext>
            </a:extLst>
          </p:cNvPr>
          <p:cNvSpPr>
            <a:spLocks noGrp="1"/>
          </p:cNvSpPr>
          <p:nvPr>
            <p:ph type="subTitle" idx="1"/>
          </p:nvPr>
        </p:nvSpPr>
        <p:spPr/>
        <p:txBody>
          <a:bodyPr/>
          <a:lstStyle/>
          <a:p>
            <a:endParaRPr lang="de-DE" dirty="0"/>
          </a:p>
          <a:p>
            <a:r>
              <a:rPr lang="de-DE" dirty="0"/>
              <a:t> Professionelles PrüferInnenwerkzeug</a:t>
            </a:r>
          </a:p>
          <a:p>
            <a:r>
              <a:rPr lang="de-DE" dirty="0"/>
              <a:t>Pflichtenheft</a:t>
            </a:r>
          </a:p>
        </p:txBody>
      </p:sp>
    </p:spTree>
    <p:extLst>
      <p:ext uri="{BB962C8B-B14F-4D97-AF65-F5344CB8AC3E}">
        <p14:creationId xmlns:p14="http://schemas.microsoft.com/office/powerpoint/2010/main" val="632296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D1A5FE-DD23-9F1C-41DB-CE70BBA8A4F2}"/>
              </a:ext>
            </a:extLst>
          </p:cNvPr>
          <p:cNvSpPr>
            <a:spLocks noGrp="1"/>
          </p:cNvSpPr>
          <p:nvPr>
            <p:ph type="title"/>
          </p:nvPr>
        </p:nvSpPr>
        <p:spPr>
          <a:xfrm>
            <a:off x="838200" y="365125"/>
            <a:ext cx="10515600" cy="1325563"/>
          </a:xfrm>
        </p:spPr>
        <p:txBody>
          <a:bodyPr anchor="ctr">
            <a:normAutofit/>
          </a:bodyPr>
          <a:lstStyle/>
          <a:p>
            <a:r>
              <a:rPr lang="de-DE" dirty="0"/>
              <a:t>Agenda</a:t>
            </a:r>
          </a:p>
        </p:txBody>
      </p:sp>
      <p:graphicFrame>
        <p:nvGraphicFramePr>
          <p:cNvPr id="5" name="Inhaltsplatzhalter 4">
            <a:extLst>
              <a:ext uri="{FF2B5EF4-FFF2-40B4-BE49-F238E27FC236}">
                <a16:creationId xmlns:a16="http://schemas.microsoft.com/office/drawing/2014/main" id="{94E77A44-462E-BB8D-9BBD-1B0280AEE0BC}"/>
              </a:ext>
            </a:extLst>
          </p:cNvPr>
          <p:cNvGraphicFramePr>
            <a:graphicFrameLocks noGrp="1"/>
          </p:cNvGraphicFramePr>
          <p:nvPr>
            <p:ph idx="1"/>
            <p:extLst>
              <p:ext uri="{D42A27DB-BD31-4B8C-83A1-F6EECF244321}">
                <p14:modId xmlns:p14="http://schemas.microsoft.com/office/powerpoint/2010/main" val="3448192894"/>
              </p:ext>
              <p:ext uri="{E7BDC344-281C-4309-B0C6-D0EE65EED2A8}">
                <p202:designPr xmlns:p202="http://schemas.microsoft.com/office/powerpoint/2020/02/main">
                  <p202:designTagLst>
                    <p202:designTag name="ARCH:1:CLS" val="StackedSequentialRowTable"/>
                  </p202:designTagLst>
                </p202:designPr>
              </p:ext>
            </p:extLst>
          </p:nvPr>
        </p:nvGraphicFramePr>
        <p:xfrm>
          <a:off x="942680" y="1461155"/>
          <a:ext cx="9595979" cy="4715813"/>
        </p:xfrm>
        <a:graphic>
          <a:graphicData uri="http://schemas.openxmlformats.org/drawingml/2006/table">
            <a:tbl>
              <a:tblPr bandRow="1">
                <a:noFill/>
                <a:tableStyleId>{5C22544A-7EE6-4342-B048-85BDC9FD1C3A}</a:tableStyleId>
              </a:tblPr>
              <a:tblGrid>
                <a:gridCol w="1852193">
                  <a:extLst>
                    <a:ext uri="{9D8B030D-6E8A-4147-A177-3AD203B41FA5}">
                      <a16:colId xmlns:a16="http://schemas.microsoft.com/office/drawing/2014/main" val="910612550"/>
                    </a:ext>
                  </a:extLst>
                </a:gridCol>
                <a:gridCol w="7743786">
                  <a:extLst>
                    <a:ext uri="{9D8B030D-6E8A-4147-A177-3AD203B41FA5}">
                      <a16:colId xmlns:a16="http://schemas.microsoft.com/office/drawing/2014/main" val="1808383881"/>
                    </a:ext>
                  </a:extLst>
                </a:gridCol>
              </a:tblGrid>
              <a:tr h="659308">
                <a:tc>
                  <a:txBody>
                    <a:bodyPr/>
                    <a:lstStyle/>
                    <a:p>
                      <a:pPr>
                        <a:buNone/>
                      </a:pPr>
                      <a:r>
                        <a:rPr lang="de-DE" sz="2400" b="1" cap="none" spc="0" dirty="0">
                          <a:solidFill>
                            <a:schemeClr val="accent1"/>
                          </a:solidFill>
                        </a:rPr>
                        <a:t>01</a:t>
                      </a:r>
                    </a:p>
                  </a:txBody>
                  <a:tcPr marL="104488" marR="104488" marT="104488" marB="10448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lgn="l">
                        <a:buNone/>
                      </a:pPr>
                      <a:r>
                        <a:rPr lang="de-DE" sz="1500" b="0" cap="none" spc="0" dirty="0">
                          <a:solidFill>
                            <a:schemeClr val="tx1"/>
                          </a:solidFill>
                        </a:rPr>
                        <a:t>Einleitung</a:t>
                      </a:r>
                    </a:p>
                  </a:txBody>
                  <a:tcPr marL="104488" marR="104488" marT="104488" marB="104488"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4181925409"/>
                  </a:ext>
                </a:extLst>
              </a:tr>
              <a:tr h="659308">
                <a:tc>
                  <a:txBody>
                    <a:bodyPr/>
                    <a:lstStyle/>
                    <a:p>
                      <a:pPr>
                        <a:buNone/>
                      </a:pPr>
                      <a:r>
                        <a:rPr lang="de-DE" sz="2400" b="1" cap="none" spc="0" dirty="0">
                          <a:solidFill>
                            <a:schemeClr val="accent1"/>
                          </a:solidFill>
                        </a:rPr>
                        <a:t>02</a:t>
                      </a: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de-DE" sz="1500" b="0" cap="none" spc="0" dirty="0">
                          <a:solidFill>
                            <a:schemeClr val="tx1"/>
                          </a:solidFill>
                        </a:rPr>
                        <a:t>Konzept</a:t>
                      </a: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663185660"/>
                  </a:ext>
                </a:extLst>
              </a:tr>
              <a:tr h="659308">
                <a:tc>
                  <a:txBody>
                    <a:bodyPr/>
                    <a:lstStyle/>
                    <a:p>
                      <a:pPr>
                        <a:buNone/>
                      </a:pPr>
                      <a:r>
                        <a:rPr lang="de-DE" sz="2400" b="1" cap="none" spc="0" dirty="0">
                          <a:solidFill>
                            <a:schemeClr val="accent1"/>
                          </a:solidFill>
                        </a:rPr>
                        <a:t>03</a:t>
                      </a: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de-DE" sz="1500" b="0" cap="none" spc="0" dirty="0">
                          <a:solidFill>
                            <a:schemeClr val="tx1"/>
                          </a:solidFill>
                        </a:rPr>
                        <a:t>Funktionale Anforderungen</a:t>
                      </a: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935870911"/>
                  </a:ext>
                </a:extLst>
              </a:tr>
              <a:tr h="659308">
                <a:tc>
                  <a:txBody>
                    <a:bodyPr/>
                    <a:lstStyle/>
                    <a:p>
                      <a:pPr>
                        <a:buNone/>
                      </a:pPr>
                      <a:r>
                        <a:rPr lang="de-DE" sz="2400" b="1" cap="none" spc="0" dirty="0">
                          <a:solidFill>
                            <a:schemeClr val="accent1"/>
                          </a:solidFill>
                        </a:rPr>
                        <a:t>04</a:t>
                      </a: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de-DE" sz="1500" b="0" cap="none" spc="0" dirty="0">
                          <a:solidFill>
                            <a:schemeClr val="tx1"/>
                          </a:solidFill>
                        </a:rPr>
                        <a:t>Nicht-Funktionale Anforderungen</a:t>
                      </a: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058657816"/>
                  </a:ext>
                </a:extLst>
              </a:tr>
              <a:tr h="759965">
                <a:tc>
                  <a:txBody>
                    <a:bodyPr/>
                    <a:lstStyle/>
                    <a:p>
                      <a:pPr>
                        <a:buNone/>
                      </a:pPr>
                      <a:r>
                        <a:rPr lang="de-DE" sz="2400" b="1" cap="none" spc="0" dirty="0">
                          <a:solidFill>
                            <a:schemeClr val="accent1"/>
                          </a:solidFill>
                        </a:rPr>
                        <a:t>05</a:t>
                      </a: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de-DE" sz="1500" b="0" cap="none" spc="0" dirty="0">
                          <a:solidFill>
                            <a:schemeClr val="tx1"/>
                          </a:solidFill>
                        </a:rPr>
                        <a:t>Rahmenbedingungen</a:t>
                      </a:r>
                      <a:br>
                        <a:rPr lang="de-DE" sz="1500" b="0" cap="none" spc="0" dirty="0">
                          <a:solidFill>
                            <a:schemeClr val="tx1"/>
                          </a:solidFill>
                        </a:rPr>
                      </a:br>
                      <a:endParaRPr lang="de-DE" sz="1500" b="0" cap="none" spc="0" dirty="0">
                        <a:solidFill>
                          <a:schemeClr val="tx1"/>
                        </a:solidFill>
                      </a:endParaRP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633831731"/>
                  </a:ext>
                </a:extLst>
              </a:tr>
              <a:tr h="659308">
                <a:tc>
                  <a:txBody>
                    <a:bodyPr/>
                    <a:lstStyle/>
                    <a:p>
                      <a:pPr>
                        <a:buNone/>
                      </a:pPr>
                      <a:r>
                        <a:rPr lang="de-DE" sz="2400" b="1" cap="none" spc="0" dirty="0">
                          <a:solidFill>
                            <a:schemeClr val="accent1"/>
                          </a:solidFill>
                        </a:rPr>
                        <a:t>06</a:t>
                      </a: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de-DE" sz="1500" b="0" cap="none" spc="0" dirty="0">
                          <a:solidFill>
                            <a:schemeClr val="tx1"/>
                          </a:solidFill>
                        </a:rPr>
                        <a:t>Liefer- und Abnahmebedingungen</a:t>
                      </a: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922717770"/>
                  </a:ext>
                </a:extLst>
              </a:tr>
              <a:tr h="659308">
                <a:tc>
                  <a:txBody>
                    <a:bodyPr/>
                    <a:lstStyle/>
                    <a:p>
                      <a:pPr>
                        <a:buNone/>
                      </a:pPr>
                      <a:r>
                        <a:rPr lang="de-DE" sz="2400" b="1" cap="none" spc="0" dirty="0">
                          <a:solidFill>
                            <a:schemeClr val="accent1"/>
                          </a:solidFill>
                        </a:rPr>
                        <a:t>07</a:t>
                      </a: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lgn="l">
                        <a:buNone/>
                      </a:pPr>
                      <a:r>
                        <a:rPr lang="de-DE" sz="1500" b="0" cap="none" spc="0" dirty="0">
                          <a:solidFill>
                            <a:schemeClr val="tx1"/>
                          </a:solidFill>
                        </a:rPr>
                        <a:t>Angebot</a:t>
                      </a:r>
                    </a:p>
                  </a:txBody>
                  <a:tcPr marL="104488" marR="104488" marT="104488" marB="104488"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1035171255"/>
                  </a:ext>
                </a:extLst>
              </a:tr>
            </a:tbl>
          </a:graphicData>
        </a:graphic>
      </p:graphicFrame>
    </p:spTree>
    <p:extLst>
      <p:ext uri="{BB962C8B-B14F-4D97-AF65-F5344CB8AC3E}">
        <p14:creationId xmlns:p14="http://schemas.microsoft.com/office/powerpoint/2010/main" val="214259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7A6850-297E-B8A2-6453-1D16A39B2297}"/>
              </a:ext>
            </a:extLst>
          </p:cNvPr>
          <p:cNvSpPr>
            <a:spLocks noGrp="1"/>
          </p:cNvSpPr>
          <p:nvPr>
            <p:ph type="ctrTitle"/>
          </p:nvPr>
        </p:nvSpPr>
        <p:spPr>
          <a:xfrm>
            <a:off x="1524000" y="1122363"/>
            <a:ext cx="9144000" cy="2387600"/>
          </a:xfrm>
        </p:spPr>
        <p:txBody>
          <a:bodyPr anchor="b">
            <a:normAutofit/>
          </a:bodyPr>
          <a:lstStyle/>
          <a:p>
            <a:r>
              <a:rPr lang="de-DE" dirty="0"/>
              <a:t>01 Einleitung</a:t>
            </a:r>
          </a:p>
        </p:txBody>
      </p:sp>
      <p:sp>
        <p:nvSpPr>
          <p:cNvPr id="8" name="Subtitle 2">
            <a:extLst>
              <a:ext uri="{FF2B5EF4-FFF2-40B4-BE49-F238E27FC236}">
                <a16:creationId xmlns:a16="http://schemas.microsoft.com/office/drawing/2014/main" id="{9F0D76A6-D50C-F294-048C-FCB8A385BB1C}"/>
              </a:ext>
            </a:extLst>
          </p:cNvPr>
          <p:cNvSpPr>
            <a:spLocks noGrp="1"/>
          </p:cNvSpPr>
          <p:nvPr>
            <p:ph type="subTitle" idx="1"/>
          </p:nvPr>
        </p:nvSpPr>
        <p:spPr>
          <a:xfrm>
            <a:off x="1524000" y="3602038"/>
            <a:ext cx="9144000" cy="1655762"/>
          </a:xfrm>
        </p:spPr>
        <p:txBody>
          <a:bodyPr/>
          <a:lstStyle/>
          <a:p>
            <a:endParaRPr lang="en-US" dirty="0"/>
          </a:p>
        </p:txBody>
      </p:sp>
    </p:spTree>
    <p:extLst>
      <p:ext uri="{BB962C8B-B14F-4D97-AF65-F5344CB8AC3E}">
        <p14:creationId xmlns:p14="http://schemas.microsoft.com/office/powerpoint/2010/main" val="1906836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FDEDBC-2154-EA49-1522-47DECDF5A8B5}"/>
              </a:ext>
            </a:extLst>
          </p:cNvPr>
          <p:cNvSpPr>
            <a:spLocks noGrp="1"/>
          </p:cNvSpPr>
          <p:nvPr>
            <p:ph type="title"/>
          </p:nvPr>
        </p:nvSpPr>
        <p:spPr/>
        <p:txBody>
          <a:bodyPr/>
          <a:lstStyle/>
          <a:p>
            <a:r>
              <a:rPr lang="de-DE" dirty="0"/>
              <a:t>01.01. Situationsbeschreibung</a:t>
            </a:r>
          </a:p>
        </p:txBody>
      </p:sp>
      <p:sp>
        <p:nvSpPr>
          <p:cNvPr id="3" name="Inhaltsplatzhalter 2">
            <a:extLst>
              <a:ext uri="{FF2B5EF4-FFF2-40B4-BE49-F238E27FC236}">
                <a16:creationId xmlns:a16="http://schemas.microsoft.com/office/drawing/2014/main" id="{CDA22DD2-D9F6-236E-0E56-75AD828D5E7D}"/>
              </a:ext>
            </a:extLst>
          </p:cNvPr>
          <p:cNvSpPr>
            <a:spLocks noGrp="1"/>
          </p:cNvSpPr>
          <p:nvPr>
            <p:ph idx="1"/>
          </p:nvPr>
        </p:nvSpPr>
        <p:spPr/>
        <p:txBody>
          <a:bodyPr/>
          <a:lstStyle/>
          <a:p>
            <a:pPr marL="0" indent="0">
              <a:buNone/>
            </a:pPr>
            <a:r>
              <a:rPr lang="de-DE" dirty="0"/>
              <a:t>Im Rahmen der Abschlussprüfung für Fachinformatiker/-innen ist eine betriebliche Projektarbeit durchzuführen. Diese wird von einer dreiköpfigen Prüfungskommission bewertet – von der Antragstellung über die Projektdokumentation bis hin zur Präsentation mit Fachgespräch. Die Ergebnisse werden im Online-Portal der IHK erfasst. Während der Bewertung führen die Mitglieder eigene Dokumentationen, meist in Form von Excel-Listen auf ihren Rechnern.</a:t>
            </a:r>
          </a:p>
        </p:txBody>
      </p:sp>
    </p:spTree>
    <p:extLst>
      <p:ext uri="{BB962C8B-B14F-4D97-AF65-F5344CB8AC3E}">
        <p14:creationId xmlns:p14="http://schemas.microsoft.com/office/powerpoint/2010/main" val="4148748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48D8E6-0C64-E308-1F29-2F5A6199488F}"/>
              </a:ext>
            </a:extLst>
          </p:cNvPr>
          <p:cNvSpPr>
            <a:spLocks noGrp="1"/>
          </p:cNvSpPr>
          <p:nvPr>
            <p:ph type="title"/>
          </p:nvPr>
        </p:nvSpPr>
        <p:spPr/>
        <p:txBody>
          <a:bodyPr/>
          <a:lstStyle/>
          <a:p>
            <a:r>
              <a:rPr lang="de-DE" dirty="0"/>
              <a:t>01.02. Ausgangssituation und Zielsetzung</a:t>
            </a:r>
          </a:p>
        </p:txBody>
      </p:sp>
      <p:sp>
        <p:nvSpPr>
          <p:cNvPr id="3" name="Inhaltsplatzhalter 2">
            <a:extLst>
              <a:ext uri="{FF2B5EF4-FFF2-40B4-BE49-F238E27FC236}">
                <a16:creationId xmlns:a16="http://schemas.microsoft.com/office/drawing/2014/main" id="{A3F439B6-B694-95A1-931D-4031704829A3}"/>
              </a:ext>
            </a:extLst>
          </p:cNvPr>
          <p:cNvSpPr>
            <a:spLocks noGrp="1"/>
          </p:cNvSpPr>
          <p:nvPr>
            <p:ph idx="1"/>
          </p:nvPr>
        </p:nvSpPr>
        <p:spPr/>
        <p:txBody>
          <a:bodyPr/>
          <a:lstStyle/>
          <a:p>
            <a:pPr marL="0" indent="0">
              <a:buNone/>
            </a:pPr>
            <a:r>
              <a:rPr lang="de-DE" dirty="0"/>
              <a:t>Ziel des Projekts ist die Entwicklung einer Anwendung, die den gesamten Bewertungs- und Genehmigungsprozess für die Prüfungskommission unterstützt. Alle Daten sollen DSGVO-konform gespeichert werden, und die eingegebenen Bewertungen müssen automatisch in Gesamt- und Teilnoten nach Prüfungsordnung umgerechnet werden.</a:t>
            </a:r>
          </a:p>
        </p:txBody>
      </p:sp>
    </p:spTree>
    <p:extLst>
      <p:ext uri="{BB962C8B-B14F-4D97-AF65-F5344CB8AC3E}">
        <p14:creationId xmlns:p14="http://schemas.microsoft.com/office/powerpoint/2010/main" val="1563703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A178CF-62EA-B8E1-61F5-62F1742C3E63}"/>
              </a:ext>
            </a:extLst>
          </p:cNvPr>
          <p:cNvSpPr>
            <a:spLocks noGrp="1"/>
          </p:cNvSpPr>
          <p:nvPr>
            <p:ph type="title"/>
          </p:nvPr>
        </p:nvSpPr>
        <p:spPr/>
        <p:txBody>
          <a:bodyPr/>
          <a:lstStyle/>
          <a:p>
            <a:r>
              <a:rPr lang="de-DE" dirty="0"/>
              <a:t>01.03</a:t>
            </a:r>
          </a:p>
        </p:txBody>
      </p:sp>
      <p:graphicFrame>
        <p:nvGraphicFramePr>
          <p:cNvPr id="4" name="Inhaltsplatzhalter 3">
            <a:extLst>
              <a:ext uri="{FF2B5EF4-FFF2-40B4-BE49-F238E27FC236}">
                <a16:creationId xmlns:a16="http://schemas.microsoft.com/office/drawing/2014/main" id="{01D6B4C7-4219-0961-AB6B-9231E34EA1A1}"/>
              </a:ext>
            </a:extLst>
          </p:cNvPr>
          <p:cNvGraphicFramePr>
            <a:graphicFrameLocks noGrp="1"/>
          </p:cNvGraphicFramePr>
          <p:nvPr>
            <p:ph idx="1"/>
            <p:extLst>
              <p:ext uri="{D42A27DB-BD31-4B8C-83A1-F6EECF244321}">
                <p14:modId xmlns:p14="http://schemas.microsoft.com/office/powerpoint/2010/main" val="3787027342"/>
              </p:ext>
            </p:extLst>
          </p:nvPr>
        </p:nvGraphicFramePr>
        <p:xfrm>
          <a:off x="838200" y="1825625"/>
          <a:ext cx="10515600" cy="2966720"/>
        </p:xfrm>
        <a:graphic>
          <a:graphicData uri="http://schemas.openxmlformats.org/drawingml/2006/table">
            <a:tbl>
              <a:tblPr firstRow="1" bandRow="1">
                <a:tableStyleId>{69012ECD-51FC-41F1-AA8D-1B2483CD663E}</a:tableStyleId>
              </a:tblPr>
              <a:tblGrid>
                <a:gridCol w="5257800">
                  <a:extLst>
                    <a:ext uri="{9D8B030D-6E8A-4147-A177-3AD203B41FA5}">
                      <a16:colId xmlns:a16="http://schemas.microsoft.com/office/drawing/2014/main" val="3605088504"/>
                    </a:ext>
                  </a:extLst>
                </a:gridCol>
                <a:gridCol w="5257800">
                  <a:extLst>
                    <a:ext uri="{9D8B030D-6E8A-4147-A177-3AD203B41FA5}">
                      <a16:colId xmlns:a16="http://schemas.microsoft.com/office/drawing/2014/main" val="3285141634"/>
                    </a:ext>
                  </a:extLst>
                </a:gridCol>
              </a:tblGrid>
              <a:tr h="370840">
                <a:tc>
                  <a:txBody>
                    <a:bodyPr/>
                    <a:lstStyle/>
                    <a:p>
                      <a:r>
                        <a:rPr lang="de-DE" dirty="0">
                          <a:solidFill>
                            <a:sysClr val="windowText" lastClr="000000"/>
                          </a:solidFill>
                        </a:rPr>
                        <a:t>Name</a:t>
                      </a:r>
                    </a:p>
                  </a:txBody>
                  <a:tcPr/>
                </a:tc>
                <a:tc>
                  <a:txBody>
                    <a:bodyPr/>
                    <a:lstStyle/>
                    <a:p>
                      <a:r>
                        <a:rPr lang="de-DE" dirty="0">
                          <a:solidFill>
                            <a:sysClr val="windowText" lastClr="000000"/>
                          </a:solidFill>
                        </a:rPr>
                        <a:t>Rolle</a:t>
                      </a:r>
                    </a:p>
                  </a:txBody>
                  <a:tcPr/>
                </a:tc>
                <a:extLst>
                  <a:ext uri="{0D108BD9-81ED-4DB2-BD59-A6C34878D82A}">
                    <a16:rowId xmlns:a16="http://schemas.microsoft.com/office/drawing/2014/main" val="2358911607"/>
                  </a:ext>
                </a:extLst>
              </a:tr>
              <a:tr h="370840">
                <a:tc>
                  <a:txBody>
                    <a:bodyPr/>
                    <a:lstStyle/>
                    <a:p>
                      <a:r>
                        <a:rPr lang="de-DE" dirty="0">
                          <a:solidFill>
                            <a:sysClr val="windowText" lastClr="000000"/>
                          </a:solidFill>
                        </a:rPr>
                        <a:t>Bernhard Götz</a:t>
                      </a:r>
                    </a:p>
                  </a:txBody>
                  <a:tcPr/>
                </a:tc>
                <a:tc>
                  <a:txBody>
                    <a:bodyPr/>
                    <a:lstStyle/>
                    <a:p>
                      <a:r>
                        <a:rPr lang="de-DE" dirty="0">
                          <a:solidFill>
                            <a:sysClr val="windowText" lastClr="000000"/>
                          </a:solidFill>
                        </a:rPr>
                        <a:t>Entwickler Backend, Pflichtenheft und Dokumentation</a:t>
                      </a:r>
                    </a:p>
                  </a:txBody>
                  <a:tcPr/>
                </a:tc>
                <a:extLst>
                  <a:ext uri="{0D108BD9-81ED-4DB2-BD59-A6C34878D82A}">
                    <a16:rowId xmlns:a16="http://schemas.microsoft.com/office/drawing/2014/main" val="3207219204"/>
                  </a:ext>
                </a:extLst>
              </a:tr>
              <a:tr h="370840">
                <a:tc>
                  <a:txBody>
                    <a:bodyPr/>
                    <a:lstStyle/>
                    <a:p>
                      <a:r>
                        <a:rPr lang="de-DE" dirty="0">
                          <a:solidFill>
                            <a:sysClr val="windowText" lastClr="000000"/>
                          </a:solidFill>
                        </a:rPr>
                        <a:t>Florian Tewes</a:t>
                      </a:r>
                    </a:p>
                  </a:txBody>
                  <a:tcPr/>
                </a:tc>
                <a:tc>
                  <a:txBody>
                    <a:bodyPr/>
                    <a:lstStyle/>
                    <a:p>
                      <a:r>
                        <a:rPr lang="de-DE" dirty="0">
                          <a:solidFill>
                            <a:sysClr val="windowText" lastClr="000000"/>
                          </a:solidFill>
                        </a:rPr>
                        <a:t>Entwickler Backend und Dokumentation</a:t>
                      </a:r>
                    </a:p>
                  </a:txBody>
                  <a:tcPr/>
                </a:tc>
                <a:extLst>
                  <a:ext uri="{0D108BD9-81ED-4DB2-BD59-A6C34878D82A}">
                    <a16:rowId xmlns:a16="http://schemas.microsoft.com/office/drawing/2014/main" val="2269453841"/>
                  </a:ext>
                </a:extLst>
              </a:tr>
              <a:tr h="370840">
                <a:tc>
                  <a:txBody>
                    <a:bodyPr/>
                    <a:lstStyle/>
                    <a:p>
                      <a:r>
                        <a:rPr lang="de-DE" dirty="0">
                          <a:solidFill>
                            <a:sysClr val="windowText" lastClr="000000"/>
                          </a:solidFill>
                        </a:rPr>
                        <a:t>Paul Zindler</a:t>
                      </a:r>
                    </a:p>
                  </a:txBody>
                  <a:tcPr/>
                </a:tc>
                <a:tc>
                  <a:txBody>
                    <a:bodyPr/>
                    <a:lstStyle/>
                    <a:p>
                      <a:r>
                        <a:rPr lang="de-DE" dirty="0">
                          <a:solidFill>
                            <a:sysClr val="windowText" lastClr="000000"/>
                          </a:solidFill>
                        </a:rPr>
                        <a:t>Entwickler GUI und Dokumentation</a:t>
                      </a:r>
                    </a:p>
                  </a:txBody>
                  <a:tcPr/>
                </a:tc>
                <a:extLst>
                  <a:ext uri="{0D108BD9-81ED-4DB2-BD59-A6C34878D82A}">
                    <a16:rowId xmlns:a16="http://schemas.microsoft.com/office/drawing/2014/main" val="2840895893"/>
                  </a:ext>
                </a:extLst>
              </a:tr>
              <a:tr h="370840">
                <a:tc>
                  <a:txBody>
                    <a:bodyPr/>
                    <a:lstStyle/>
                    <a:p>
                      <a:r>
                        <a:rPr lang="de-DE" dirty="0">
                          <a:solidFill>
                            <a:sysClr val="windowText" lastClr="000000"/>
                          </a:solidFill>
                        </a:rPr>
                        <a:t>Damien Dirrigl</a:t>
                      </a:r>
                    </a:p>
                  </a:txBody>
                  <a:tcPr/>
                </a:tc>
                <a:tc>
                  <a:txBody>
                    <a:bodyPr/>
                    <a:lstStyle/>
                    <a:p>
                      <a:r>
                        <a:rPr lang="de-DE" dirty="0">
                          <a:solidFill>
                            <a:sysClr val="windowText" lastClr="000000"/>
                          </a:solidFill>
                        </a:rPr>
                        <a:t>Entwickler DB</a:t>
                      </a:r>
                    </a:p>
                  </a:txBody>
                  <a:tcPr/>
                </a:tc>
                <a:extLst>
                  <a:ext uri="{0D108BD9-81ED-4DB2-BD59-A6C34878D82A}">
                    <a16:rowId xmlns:a16="http://schemas.microsoft.com/office/drawing/2014/main" val="1859561446"/>
                  </a:ext>
                </a:extLst>
              </a:tr>
              <a:tr h="370840">
                <a:tc>
                  <a:txBody>
                    <a:bodyPr/>
                    <a:lstStyle/>
                    <a:p>
                      <a:r>
                        <a:rPr lang="de-DE" dirty="0">
                          <a:solidFill>
                            <a:sysClr val="windowText" lastClr="000000"/>
                          </a:solidFill>
                        </a:rPr>
                        <a:t>Veronika Bücherl</a:t>
                      </a:r>
                    </a:p>
                  </a:txBody>
                  <a:tcPr/>
                </a:tc>
                <a:tc rowSpan="3">
                  <a:txBody>
                    <a:bodyPr/>
                    <a:lstStyle/>
                    <a:p>
                      <a:pPr algn="l"/>
                      <a:endParaRPr lang="de-DE" dirty="0">
                        <a:solidFill>
                          <a:sysClr val="windowText" lastClr="000000"/>
                        </a:solidFill>
                      </a:endParaRPr>
                    </a:p>
                    <a:p>
                      <a:pPr algn="l"/>
                      <a:r>
                        <a:rPr lang="de-DE" dirty="0">
                          <a:solidFill>
                            <a:sysClr val="windowText" lastClr="000000"/>
                          </a:solidFill>
                        </a:rPr>
                        <a:t>Leistungsanforderer</a:t>
                      </a:r>
                    </a:p>
                  </a:txBody>
                  <a:tcPr/>
                </a:tc>
                <a:extLst>
                  <a:ext uri="{0D108BD9-81ED-4DB2-BD59-A6C34878D82A}">
                    <a16:rowId xmlns:a16="http://schemas.microsoft.com/office/drawing/2014/main" val="1650676750"/>
                  </a:ext>
                </a:extLst>
              </a:tr>
              <a:tr h="370840">
                <a:tc>
                  <a:txBody>
                    <a:bodyPr/>
                    <a:lstStyle/>
                    <a:p>
                      <a:r>
                        <a:rPr lang="de-DE" dirty="0">
                          <a:solidFill>
                            <a:sysClr val="windowText" lastClr="000000"/>
                          </a:solidFill>
                        </a:rPr>
                        <a:t>Stefan Zollbrecht</a:t>
                      </a:r>
                    </a:p>
                  </a:txBody>
                  <a:tcPr/>
                </a:tc>
                <a:tc vMerge="1">
                  <a:txBody>
                    <a:bodyPr/>
                    <a:lstStyle/>
                    <a:p>
                      <a:endParaRPr lang="de-DE" dirty="0">
                        <a:solidFill>
                          <a:sysClr val="windowText" lastClr="000000"/>
                        </a:solidFill>
                      </a:endParaRPr>
                    </a:p>
                  </a:txBody>
                  <a:tcPr/>
                </a:tc>
                <a:extLst>
                  <a:ext uri="{0D108BD9-81ED-4DB2-BD59-A6C34878D82A}">
                    <a16:rowId xmlns:a16="http://schemas.microsoft.com/office/drawing/2014/main" val="2448902134"/>
                  </a:ext>
                </a:extLst>
              </a:tr>
              <a:tr h="370840">
                <a:tc>
                  <a:txBody>
                    <a:bodyPr/>
                    <a:lstStyle/>
                    <a:p>
                      <a:r>
                        <a:rPr lang="de-DE" dirty="0">
                          <a:solidFill>
                            <a:sysClr val="windowText" lastClr="000000"/>
                          </a:solidFill>
                        </a:rPr>
                        <a:t>Stephan Dirmeier</a:t>
                      </a:r>
                    </a:p>
                  </a:txBody>
                  <a:tcPr/>
                </a:tc>
                <a:tc vMerge="1">
                  <a:txBody>
                    <a:bodyPr/>
                    <a:lstStyle/>
                    <a:p>
                      <a:endParaRPr lang="de-DE" dirty="0">
                        <a:solidFill>
                          <a:sysClr val="windowText" lastClr="000000"/>
                        </a:solidFill>
                      </a:endParaRPr>
                    </a:p>
                  </a:txBody>
                  <a:tcPr/>
                </a:tc>
                <a:extLst>
                  <a:ext uri="{0D108BD9-81ED-4DB2-BD59-A6C34878D82A}">
                    <a16:rowId xmlns:a16="http://schemas.microsoft.com/office/drawing/2014/main" val="1027015898"/>
                  </a:ext>
                </a:extLst>
              </a:tr>
            </a:tbl>
          </a:graphicData>
        </a:graphic>
      </p:graphicFrame>
    </p:spTree>
    <p:extLst>
      <p:ext uri="{BB962C8B-B14F-4D97-AF65-F5344CB8AC3E}">
        <p14:creationId xmlns:p14="http://schemas.microsoft.com/office/powerpoint/2010/main" val="185625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CEDED1-1A64-6E3B-5801-1F9BF20387AB}"/>
              </a:ext>
            </a:extLst>
          </p:cNvPr>
          <p:cNvSpPr>
            <a:spLocks noGrp="1"/>
          </p:cNvSpPr>
          <p:nvPr>
            <p:ph type="ctrTitle"/>
          </p:nvPr>
        </p:nvSpPr>
        <p:spPr>
          <a:xfrm>
            <a:off x="1524000" y="1122363"/>
            <a:ext cx="9144000" cy="2387600"/>
          </a:xfrm>
        </p:spPr>
        <p:txBody>
          <a:bodyPr anchor="b">
            <a:normAutofit/>
          </a:bodyPr>
          <a:lstStyle/>
          <a:p>
            <a:r>
              <a:rPr lang="de-DE" dirty="0"/>
              <a:t>02 Konzept</a:t>
            </a:r>
          </a:p>
        </p:txBody>
      </p:sp>
      <p:sp>
        <p:nvSpPr>
          <p:cNvPr id="8" name="Subtitle 2">
            <a:extLst>
              <a:ext uri="{FF2B5EF4-FFF2-40B4-BE49-F238E27FC236}">
                <a16:creationId xmlns:a16="http://schemas.microsoft.com/office/drawing/2014/main" id="{1B503A59-ADBB-3FB5-D699-A8A37B098913}"/>
              </a:ext>
            </a:extLst>
          </p:cNvPr>
          <p:cNvSpPr>
            <a:spLocks noGrp="1"/>
          </p:cNvSpPr>
          <p:nvPr>
            <p:ph type="subTitle" idx="1"/>
          </p:nvPr>
        </p:nvSpPr>
        <p:spPr>
          <a:xfrm>
            <a:off x="1524000" y="3602038"/>
            <a:ext cx="9144000" cy="1655762"/>
          </a:xfrm>
        </p:spPr>
        <p:txBody>
          <a:bodyPr/>
          <a:lstStyle/>
          <a:p>
            <a:endParaRPr lang="en-US" dirty="0"/>
          </a:p>
        </p:txBody>
      </p:sp>
    </p:spTree>
    <p:extLst>
      <p:ext uri="{BB962C8B-B14F-4D97-AF65-F5344CB8AC3E}">
        <p14:creationId xmlns:p14="http://schemas.microsoft.com/office/powerpoint/2010/main" val="1215192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7EB14A-B4F1-2996-58F0-5B2788C68422}"/>
              </a:ext>
            </a:extLst>
          </p:cNvPr>
          <p:cNvSpPr>
            <a:spLocks noGrp="1"/>
          </p:cNvSpPr>
          <p:nvPr>
            <p:ph type="title"/>
          </p:nvPr>
        </p:nvSpPr>
        <p:spPr/>
        <p:txBody>
          <a:bodyPr/>
          <a:lstStyle/>
          <a:p>
            <a:r>
              <a:rPr lang="de-DE" dirty="0"/>
              <a:t>02.01. Ziel des Anbieters</a:t>
            </a:r>
          </a:p>
        </p:txBody>
      </p:sp>
      <p:sp>
        <p:nvSpPr>
          <p:cNvPr id="3" name="Inhaltsplatzhalter 2">
            <a:extLst>
              <a:ext uri="{FF2B5EF4-FFF2-40B4-BE49-F238E27FC236}">
                <a16:creationId xmlns:a16="http://schemas.microsoft.com/office/drawing/2014/main" id="{43911ED6-1C2B-4C2B-7E29-5F1D8DDF77BE}"/>
              </a:ext>
            </a:extLst>
          </p:cNvPr>
          <p:cNvSpPr>
            <a:spLocks noGrp="1"/>
          </p:cNvSpPr>
          <p:nvPr>
            <p:ph idx="1"/>
          </p:nvPr>
        </p:nvSpPr>
        <p:spPr/>
        <p:txBody>
          <a:bodyPr/>
          <a:lstStyle/>
          <a:p>
            <a:pPr marL="0" indent="0">
              <a:buNone/>
            </a:pPr>
            <a:r>
              <a:rPr lang="de-DE" dirty="0"/>
              <a:t>Der Anbieter verfolgt das Ziel, eine benutzerfreundliche und rechtssichere Anwendung zu entwickeln, die den Bewertungsprozess der IHK-Prüfungskommission digitalisiert. Dadurch soll ein modernes, wartbares und erweiterbares Produkt entstehen, das langfristig Zeit spart und den Verwaltungsaufwand reduziert. Zudem soll die Lösung die Reputation des Anbieters als zuverlässiger Software-Entwickler stärken.</a:t>
            </a:r>
          </a:p>
        </p:txBody>
      </p:sp>
    </p:spTree>
    <p:extLst>
      <p:ext uri="{BB962C8B-B14F-4D97-AF65-F5344CB8AC3E}">
        <p14:creationId xmlns:p14="http://schemas.microsoft.com/office/powerpoint/2010/main" val="1035629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16FD98-2DE7-D3E0-3ECF-4E16FA3F344F}"/>
              </a:ext>
            </a:extLst>
          </p:cNvPr>
          <p:cNvSpPr>
            <a:spLocks noGrp="1"/>
          </p:cNvSpPr>
          <p:nvPr>
            <p:ph type="title"/>
          </p:nvPr>
        </p:nvSpPr>
        <p:spPr/>
        <p:txBody>
          <a:bodyPr/>
          <a:lstStyle/>
          <a:p>
            <a:r>
              <a:rPr lang="de-DE" dirty="0"/>
              <a:t>02.02. Nutzen für den Anwender</a:t>
            </a:r>
          </a:p>
        </p:txBody>
      </p:sp>
      <p:sp>
        <p:nvSpPr>
          <p:cNvPr id="3" name="Inhaltsplatzhalter 2">
            <a:extLst>
              <a:ext uri="{FF2B5EF4-FFF2-40B4-BE49-F238E27FC236}">
                <a16:creationId xmlns:a16="http://schemas.microsoft.com/office/drawing/2014/main" id="{4ACBA4EA-0035-9921-5F63-B7C3AC1CB8AE}"/>
              </a:ext>
            </a:extLst>
          </p:cNvPr>
          <p:cNvSpPr>
            <a:spLocks noGrp="1"/>
          </p:cNvSpPr>
          <p:nvPr>
            <p:ph idx="1"/>
          </p:nvPr>
        </p:nvSpPr>
        <p:spPr/>
        <p:txBody>
          <a:bodyPr>
            <a:normAutofit/>
          </a:bodyPr>
          <a:lstStyle/>
          <a:p>
            <a:pPr marL="0" indent="0">
              <a:buNone/>
            </a:pPr>
            <a:r>
              <a:rPr lang="de-DE" dirty="0"/>
              <a:t>Für die Mitglieder der Prüfungskommission soll die Anwendung den gesamten Prozess – von der Antragstellung bis zur Endbewertung – zentral abgebildet werden. Dadurch profitieren die Anwender von:</a:t>
            </a:r>
          </a:p>
          <a:p>
            <a:pPr marL="625475">
              <a:buFont typeface="Symbol" panose="05050102010706020507" pitchFamily="18" charset="2"/>
              <a:buChar char="-"/>
            </a:pPr>
            <a:r>
              <a:rPr lang="de-DE" dirty="0"/>
              <a:t>einer einheitlichen, klar strukturierten Oberfläche,</a:t>
            </a:r>
          </a:p>
          <a:p>
            <a:pPr marL="625475">
              <a:buFont typeface="Symbol" panose="05050102010706020507" pitchFamily="18" charset="2"/>
              <a:buChar char="-"/>
            </a:pPr>
            <a:r>
              <a:rPr lang="de-DE" dirty="0"/>
              <a:t>automatischer Berechnung von Teil- und Gesamtnoten nach Prüfungsordnung,</a:t>
            </a:r>
          </a:p>
          <a:p>
            <a:pPr marL="625475">
              <a:buFont typeface="Symbol" panose="05050102010706020507" pitchFamily="18" charset="2"/>
              <a:buChar char="-"/>
            </a:pPr>
            <a:r>
              <a:rPr lang="de-DE" dirty="0"/>
              <a:t>DSGVO-konformer Speicherung aller Daten,</a:t>
            </a:r>
          </a:p>
          <a:p>
            <a:pPr marL="625475">
              <a:buFont typeface="Symbol" panose="05050102010706020507" pitchFamily="18" charset="2"/>
              <a:buChar char="-"/>
            </a:pPr>
            <a:r>
              <a:rPr lang="de-DE" dirty="0"/>
              <a:t>reduziertem Verwaltungsaufwand durch Wegfall lokaler Excel-Listen,</a:t>
            </a:r>
          </a:p>
          <a:p>
            <a:pPr marL="625475">
              <a:buFont typeface="Symbol" panose="05050102010706020507" pitchFamily="18" charset="2"/>
              <a:buChar char="-"/>
            </a:pPr>
            <a:r>
              <a:rPr lang="de-DE" dirty="0"/>
              <a:t>schnellerem Zugriff auf relevante Informationen und Dokumentationen.</a:t>
            </a:r>
          </a:p>
        </p:txBody>
      </p:sp>
    </p:spTree>
    <p:extLst>
      <p:ext uri="{BB962C8B-B14F-4D97-AF65-F5344CB8AC3E}">
        <p14:creationId xmlns:p14="http://schemas.microsoft.com/office/powerpoint/2010/main" val="3805642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3ABDF5-8BAF-CD89-E962-6B9014FEA139}"/>
              </a:ext>
            </a:extLst>
          </p:cNvPr>
          <p:cNvSpPr>
            <a:spLocks noGrp="1"/>
          </p:cNvSpPr>
          <p:nvPr>
            <p:ph type="title"/>
          </p:nvPr>
        </p:nvSpPr>
        <p:spPr/>
        <p:txBody>
          <a:bodyPr/>
          <a:lstStyle/>
          <a:p>
            <a:r>
              <a:rPr lang="de-DE" dirty="0"/>
              <a:t>02.03. Zielgruppe</a:t>
            </a:r>
          </a:p>
        </p:txBody>
      </p:sp>
      <p:sp>
        <p:nvSpPr>
          <p:cNvPr id="3" name="Inhaltsplatzhalter 2">
            <a:extLst>
              <a:ext uri="{FF2B5EF4-FFF2-40B4-BE49-F238E27FC236}">
                <a16:creationId xmlns:a16="http://schemas.microsoft.com/office/drawing/2014/main" id="{7B8F394C-6EDF-AECB-191A-0000C373C00F}"/>
              </a:ext>
            </a:extLst>
          </p:cNvPr>
          <p:cNvSpPr>
            <a:spLocks noGrp="1"/>
          </p:cNvSpPr>
          <p:nvPr>
            <p:ph idx="1"/>
          </p:nvPr>
        </p:nvSpPr>
        <p:spPr/>
        <p:txBody>
          <a:bodyPr/>
          <a:lstStyle/>
          <a:p>
            <a:pPr marL="0" indent="0">
              <a:buNone/>
            </a:pPr>
            <a:r>
              <a:rPr lang="de-DE" dirty="0"/>
              <a:t>Die primäre Zielgruppe sind Mitglieder der IHK-Prüfungskommission, die den Bewertungsprozess für Fachinformatiker/-innen durchführen</a:t>
            </a:r>
          </a:p>
        </p:txBody>
      </p:sp>
    </p:spTree>
    <p:extLst>
      <p:ext uri="{BB962C8B-B14F-4D97-AF65-F5344CB8AC3E}">
        <p14:creationId xmlns:p14="http://schemas.microsoft.com/office/powerpoint/2010/main" val="441855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5F1D01-8FD8-78A0-ADF3-DE4B6C2BA882}"/>
              </a:ext>
            </a:extLst>
          </p:cNvPr>
          <p:cNvSpPr>
            <a:spLocks noGrp="1"/>
          </p:cNvSpPr>
          <p:nvPr>
            <p:ph type="ctrTitle"/>
          </p:nvPr>
        </p:nvSpPr>
        <p:spPr>
          <a:xfrm>
            <a:off x="1524000" y="1122363"/>
            <a:ext cx="9144000" cy="2387600"/>
          </a:xfrm>
        </p:spPr>
        <p:txBody>
          <a:bodyPr anchor="b">
            <a:normAutofit/>
          </a:bodyPr>
          <a:lstStyle/>
          <a:p>
            <a:r>
              <a:rPr lang="de-DE" dirty="0"/>
              <a:t>03 Funktionale Anforderungen</a:t>
            </a:r>
          </a:p>
        </p:txBody>
      </p:sp>
      <p:sp>
        <p:nvSpPr>
          <p:cNvPr id="8" name="Subtitle 2">
            <a:extLst>
              <a:ext uri="{FF2B5EF4-FFF2-40B4-BE49-F238E27FC236}">
                <a16:creationId xmlns:a16="http://schemas.microsoft.com/office/drawing/2014/main" id="{749A4A47-39B4-1660-D27E-97756C936BC1}"/>
              </a:ext>
            </a:extLst>
          </p:cNvPr>
          <p:cNvSpPr>
            <a:spLocks noGrp="1"/>
          </p:cNvSpPr>
          <p:nvPr>
            <p:ph type="subTitle" idx="1"/>
          </p:nvPr>
        </p:nvSpPr>
        <p:spPr>
          <a:xfrm>
            <a:off x="1524000" y="3602038"/>
            <a:ext cx="9144000" cy="1655762"/>
          </a:xfrm>
        </p:spPr>
        <p:txBody>
          <a:bodyPr/>
          <a:lstStyle/>
          <a:p>
            <a:endParaRPr lang="en-US" dirty="0"/>
          </a:p>
        </p:txBody>
      </p:sp>
    </p:spTree>
    <p:extLst>
      <p:ext uri="{BB962C8B-B14F-4D97-AF65-F5344CB8AC3E}">
        <p14:creationId xmlns:p14="http://schemas.microsoft.com/office/powerpoint/2010/main" val="138786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591D22-1540-8B53-027D-9A1369CD1710}"/>
              </a:ext>
            </a:extLst>
          </p:cNvPr>
          <p:cNvSpPr>
            <a:spLocks noGrp="1"/>
          </p:cNvSpPr>
          <p:nvPr>
            <p:ph type="title"/>
          </p:nvPr>
        </p:nvSpPr>
        <p:spPr>
          <a:xfrm>
            <a:off x="838200" y="365125"/>
            <a:ext cx="10515600" cy="1325563"/>
          </a:xfrm>
        </p:spPr>
        <p:txBody>
          <a:bodyPr anchor="ctr">
            <a:normAutofit/>
          </a:bodyPr>
          <a:lstStyle/>
          <a:p>
            <a:r>
              <a:rPr lang="de-DE" dirty="0"/>
              <a:t>03.01. Prüfungsausschuss verwalten</a:t>
            </a:r>
          </a:p>
        </p:txBody>
      </p:sp>
      <p:graphicFrame>
        <p:nvGraphicFramePr>
          <p:cNvPr id="5" name="Inhaltsplatzhalter 2">
            <a:extLst>
              <a:ext uri="{FF2B5EF4-FFF2-40B4-BE49-F238E27FC236}">
                <a16:creationId xmlns:a16="http://schemas.microsoft.com/office/drawing/2014/main" id="{2F365B5A-0D34-2D1D-2F8F-B350C289AF67}"/>
              </a:ext>
            </a:extLst>
          </p:cNvPr>
          <p:cNvGraphicFramePr>
            <a:graphicFrameLocks noGrp="1"/>
          </p:cNvGraphicFramePr>
          <p:nvPr>
            <p:ph idx="1"/>
            <p:extLst>
              <p:ext uri="{D42A27DB-BD31-4B8C-83A1-F6EECF244321}">
                <p14:modId xmlns:p14="http://schemas.microsoft.com/office/powerpoint/2010/main" val="13030240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87391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73FF1C-5074-4952-46C3-0E01C0EE82DE}"/>
              </a:ext>
            </a:extLst>
          </p:cNvPr>
          <p:cNvSpPr>
            <a:spLocks noGrp="1"/>
          </p:cNvSpPr>
          <p:nvPr>
            <p:ph type="title"/>
          </p:nvPr>
        </p:nvSpPr>
        <p:spPr>
          <a:xfrm>
            <a:off x="838200" y="365125"/>
            <a:ext cx="10515600" cy="1325563"/>
          </a:xfrm>
        </p:spPr>
        <p:txBody>
          <a:bodyPr anchor="ctr">
            <a:normAutofit/>
          </a:bodyPr>
          <a:lstStyle/>
          <a:p>
            <a:r>
              <a:rPr lang="de-DE" dirty="0"/>
              <a:t>03.02. Projektdokumentation bewerten</a:t>
            </a:r>
          </a:p>
        </p:txBody>
      </p:sp>
      <p:graphicFrame>
        <p:nvGraphicFramePr>
          <p:cNvPr id="5" name="Inhaltsplatzhalter 2">
            <a:extLst>
              <a:ext uri="{FF2B5EF4-FFF2-40B4-BE49-F238E27FC236}">
                <a16:creationId xmlns:a16="http://schemas.microsoft.com/office/drawing/2014/main" id="{C43033FD-F522-5D64-3DB4-BE574A5041F6}"/>
              </a:ext>
            </a:extLst>
          </p:cNvPr>
          <p:cNvGraphicFramePr>
            <a:graphicFrameLocks noGrp="1"/>
          </p:cNvGraphicFramePr>
          <p:nvPr>
            <p:ph idx="1"/>
            <p:extLst>
              <p:ext uri="{D42A27DB-BD31-4B8C-83A1-F6EECF244321}">
                <p14:modId xmlns:p14="http://schemas.microsoft.com/office/powerpoint/2010/main" val="92560020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0626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497856-3C95-595A-8B81-45811E99FFE4}"/>
              </a:ext>
            </a:extLst>
          </p:cNvPr>
          <p:cNvSpPr>
            <a:spLocks noGrp="1"/>
          </p:cNvSpPr>
          <p:nvPr>
            <p:ph type="title"/>
          </p:nvPr>
        </p:nvSpPr>
        <p:spPr>
          <a:xfrm>
            <a:off x="838200" y="365125"/>
            <a:ext cx="10515600" cy="1325563"/>
          </a:xfrm>
        </p:spPr>
        <p:txBody>
          <a:bodyPr anchor="ctr">
            <a:normAutofit/>
          </a:bodyPr>
          <a:lstStyle/>
          <a:p>
            <a:r>
              <a:rPr lang="de-DE" dirty="0"/>
              <a:t>03.03. Projektpräsentation bewerten</a:t>
            </a:r>
          </a:p>
        </p:txBody>
      </p:sp>
      <p:graphicFrame>
        <p:nvGraphicFramePr>
          <p:cNvPr id="5" name="Inhaltsplatzhalter 2">
            <a:extLst>
              <a:ext uri="{FF2B5EF4-FFF2-40B4-BE49-F238E27FC236}">
                <a16:creationId xmlns:a16="http://schemas.microsoft.com/office/drawing/2014/main" id="{5FB691BD-820C-A865-8780-13D1F2F5DB29}"/>
              </a:ext>
            </a:extLst>
          </p:cNvPr>
          <p:cNvGraphicFramePr>
            <a:graphicFrameLocks noGrp="1"/>
          </p:cNvGraphicFramePr>
          <p:nvPr>
            <p:ph idx="1"/>
            <p:extLst>
              <p:ext uri="{D42A27DB-BD31-4B8C-83A1-F6EECF244321}">
                <p14:modId xmlns:p14="http://schemas.microsoft.com/office/powerpoint/2010/main" val="379944651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5800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C9ACD-CD10-F8A3-67E3-7E1150E17C2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82BCD36-9220-1A44-7056-C72B13BB0403}"/>
              </a:ext>
            </a:extLst>
          </p:cNvPr>
          <p:cNvSpPr>
            <a:spLocks noGrp="1"/>
          </p:cNvSpPr>
          <p:nvPr>
            <p:ph type="title"/>
          </p:nvPr>
        </p:nvSpPr>
        <p:spPr>
          <a:xfrm>
            <a:off x="838200" y="365125"/>
            <a:ext cx="10515600" cy="1325563"/>
          </a:xfrm>
        </p:spPr>
        <p:txBody>
          <a:bodyPr anchor="ctr">
            <a:normAutofit/>
          </a:bodyPr>
          <a:lstStyle/>
          <a:p>
            <a:r>
              <a:rPr lang="de-DE" dirty="0"/>
              <a:t>03.04. Fachgespräch</a:t>
            </a:r>
          </a:p>
        </p:txBody>
      </p:sp>
      <p:graphicFrame>
        <p:nvGraphicFramePr>
          <p:cNvPr id="5" name="Inhaltsplatzhalter 2">
            <a:extLst>
              <a:ext uri="{FF2B5EF4-FFF2-40B4-BE49-F238E27FC236}">
                <a16:creationId xmlns:a16="http://schemas.microsoft.com/office/drawing/2014/main" id="{0C2B5196-E1F6-7E5E-EA05-B03A9D754CD4}"/>
              </a:ext>
            </a:extLst>
          </p:cNvPr>
          <p:cNvGraphicFramePr>
            <a:graphicFrameLocks noGrp="1"/>
          </p:cNvGraphicFramePr>
          <p:nvPr>
            <p:ph idx="1"/>
            <p:extLst>
              <p:ext uri="{D42A27DB-BD31-4B8C-83A1-F6EECF244321}">
                <p14:modId xmlns:p14="http://schemas.microsoft.com/office/powerpoint/2010/main" val="57217285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8112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DD003-0644-58F1-B144-4DAA986B88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7BC6A5C-EEDB-6501-14AF-F8444793FA65}"/>
              </a:ext>
            </a:extLst>
          </p:cNvPr>
          <p:cNvSpPr>
            <a:spLocks noGrp="1"/>
          </p:cNvSpPr>
          <p:nvPr>
            <p:ph type="title"/>
          </p:nvPr>
        </p:nvSpPr>
        <p:spPr>
          <a:xfrm>
            <a:off x="838200" y="365125"/>
            <a:ext cx="10515600" cy="1325563"/>
          </a:xfrm>
        </p:spPr>
        <p:txBody>
          <a:bodyPr anchor="ctr">
            <a:normAutofit/>
          </a:bodyPr>
          <a:lstStyle/>
          <a:p>
            <a:r>
              <a:rPr lang="de-DE" dirty="0"/>
              <a:t>03.05. Gesamtergebnis berechnen</a:t>
            </a:r>
          </a:p>
        </p:txBody>
      </p:sp>
      <p:graphicFrame>
        <p:nvGraphicFramePr>
          <p:cNvPr id="5" name="Inhaltsplatzhalter 2">
            <a:extLst>
              <a:ext uri="{FF2B5EF4-FFF2-40B4-BE49-F238E27FC236}">
                <a16:creationId xmlns:a16="http://schemas.microsoft.com/office/drawing/2014/main" id="{FE30DE07-643C-857E-4D8A-E8CFD9280ABA}"/>
              </a:ext>
            </a:extLst>
          </p:cNvPr>
          <p:cNvGraphicFramePr>
            <a:graphicFrameLocks noGrp="1"/>
          </p:cNvGraphicFramePr>
          <p:nvPr>
            <p:ph idx="1"/>
            <p:extLst>
              <p:ext uri="{D42A27DB-BD31-4B8C-83A1-F6EECF244321}">
                <p14:modId xmlns:p14="http://schemas.microsoft.com/office/powerpoint/2010/main" val="271934487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2153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2FB5D-DC3E-8FBA-5D83-0173E02238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D9EA49D-5ED6-7924-AD16-288CBD0C7366}"/>
              </a:ext>
            </a:extLst>
          </p:cNvPr>
          <p:cNvSpPr>
            <a:spLocks noGrp="1"/>
          </p:cNvSpPr>
          <p:nvPr>
            <p:ph type="title"/>
          </p:nvPr>
        </p:nvSpPr>
        <p:spPr>
          <a:xfrm>
            <a:off x="838200" y="365125"/>
            <a:ext cx="10515600" cy="1325563"/>
          </a:xfrm>
        </p:spPr>
        <p:txBody>
          <a:bodyPr anchor="ctr">
            <a:normAutofit/>
          </a:bodyPr>
          <a:lstStyle/>
          <a:p>
            <a:r>
              <a:rPr lang="de-DE" dirty="0"/>
              <a:t>03.06. Mündliche Ergänzungsprüfung</a:t>
            </a:r>
          </a:p>
        </p:txBody>
      </p:sp>
      <p:graphicFrame>
        <p:nvGraphicFramePr>
          <p:cNvPr id="5" name="Inhaltsplatzhalter 2">
            <a:extLst>
              <a:ext uri="{FF2B5EF4-FFF2-40B4-BE49-F238E27FC236}">
                <a16:creationId xmlns:a16="http://schemas.microsoft.com/office/drawing/2014/main" id="{A6908D7C-6949-ED65-2892-851FB862C3C4}"/>
              </a:ext>
            </a:extLst>
          </p:cNvPr>
          <p:cNvGraphicFramePr>
            <a:graphicFrameLocks noGrp="1"/>
          </p:cNvGraphicFramePr>
          <p:nvPr>
            <p:ph idx="1"/>
            <p:extLst>
              <p:ext uri="{D42A27DB-BD31-4B8C-83A1-F6EECF244321}">
                <p14:modId xmlns:p14="http://schemas.microsoft.com/office/powerpoint/2010/main" val="429200166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0038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57904-BD6D-3049-FDAE-1340E4F2823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A294166-6F95-6053-C1E5-1723936F7F82}"/>
              </a:ext>
            </a:extLst>
          </p:cNvPr>
          <p:cNvSpPr>
            <a:spLocks noGrp="1"/>
          </p:cNvSpPr>
          <p:nvPr>
            <p:ph type="title"/>
          </p:nvPr>
        </p:nvSpPr>
        <p:spPr>
          <a:xfrm>
            <a:off x="838200" y="365125"/>
            <a:ext cx="10515600" cy="1325563"/>
          </a:xfrm>
        </p:spPr>
        <p:txBody>
          <a:bodyPr anchor="ctr">
            <a:normAutofit/>
          </a:bodyPr>
          <a:lstStyle/>
          <a:p>
            <a:r>
              <a:rPr lang="de-DE" dirty="0"/>
              <a:t>03.07. Datenverwaltung</a:t>
            </a:r>
          </a:p>
        </p:txBody>
      </p:sp>
      <p:graphicFrame>
        <p:nvGraphicFramePr>
          <p:cNvPr id="5" name="Inhaltsplatzhalter 2">
            <a:extLst>
              <a:ext uri="{FF2B5EF4-FFF2-40B4-BE49-F238E27FC236}">
                <a16:creationId xmlns:a16="http://schemas.microsoft.com/office/drawing/2014/main" id="{A39B24F8-A34E-5C3D-2455-B10D844F3466}"/>
              </a:ext>
            </a:extLst>
          </p:cNvPr>
          <p:cNvGraphicFramePr>
            <a:graphicFrameLocks noGrp="1"/>
          </p:cNvGraphicFramePr>
          <p:nvPr>
            <p:ph idx="1"/>
            <p:extLst>
              <p:ext uri="{D42A27DB-BD31-4B8C-83A1-F6EECF244321}">
                <p14:modId xmlns:p14="http://schemas.microsoft.com/office/powerpoint/2010/main" val="322735979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1028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5ACFAD-73F1-7004-FCE1-565577BEF61D}"/>
              </a:ext>
            </a:extLst>
          </p:cNvPr>
          <p:cNvSpPr>
            <a:spLocks noGrp="1"/>
          </p:cNvSpPr>
          <p:nvPr>
            <p:ph type="ctrTitle"/>
          </p:nvPr>
        </p:nvSpPr>
        <p:spPr>
          <a:xfrm>
            <a:off x="1524000" y="1122363"/>
            <a:ext cx="9144000" cy="2387600"/>
          </a:xfrm>
        </p:spPr>
        <p:txBody>
          <a:bodyPr anchor="b">
            <a:normAutofit/>
          </a:bodyPr>
          <a:lstStyle/>
          <a:p>
            <a:r>
              <a:rPr lang="de-DE" dirty="0"/>
              <a:t>04 Nicht-Funktionale Anforderungen</a:t>
            </a:r>
          </a:p>
        </p:txBody>
      </p:sp>
      <p:sp>
        <p:nvSpPr>
          <p:cNvPr id="8" name="Subtitle 2">
            <a:extLst>
              <a:ext uri="{FF2B5EF4-FFF2-40B4-BE49-F238E27FC236}">
                <a16:creationId xmlns:a16="http://schemas.microsoft.com/office/drawing/2014/main" id="{F8FC66DB-7695-B07E-EA4D-E11988FC8A7A}"/>
              </a:ext>
            </a:extLst>
          </p:cNvPr>
          <p:cNvSpPr>
            <a:spLocks noGrp="1"/>
          </p:cNvSpPr>
          <p:nvPr>
            <p:ph type="subTitle" idx="1"/>
          </p:nvPr>
        </p:nvSpPr>
        <p:spPr>
          <a:xfrm>
            <a:off x="1524000" y="3602038"/>
            <a:ext cx="9144000" cy="1655762"/>
          </a:xfrm>
        </p:spPr>
        <p:txBody>
          <a:bodyPr/>
          <a:lstStyle/>
          <a:p>
            <a:endParaRPr lang="en-US" dirty="0"/>
          </a:p>
        </p:txBody>
      </p:sp>
    </p:spTree>
    <p:extLst>
      <p:ext uri="{BB962C8B-B14F-4D97-AF65-F5344CB8AC3E}">
        <p14:creationId xmlns:p14="http://schemas.microsoft.com/office/powerpoint/2010/main" val="1372818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5F3118-C58E-C524-0EB8-3E1656C69C41}"/>
              </a:ext>
            </a:extLst>
          </p:cNvPr>
          <p:cNvSpPr>
            <a:spLocks noGrp="1"/>
          </p:cNvSpPr>
          <p:nvPr>
            <p:ph type="ctrTitle"/>
          </p:nvPr>
        </p:nvSpPr>
        <p:spPr>
          <a:xfrm>
            <a:off x="1524000" y="1122363"/>
            <a:ext cx="9144000" cy="2387600"/>
          </a:xfrm>
        </p:spPr>
        <p:txBody>
          <a:bodyPr anchor="b">
            <a:normAutofit/>
          </a:bodyPr>
          <a:lstStyle/>
          <a:p>
            <a:r>
              <a:rPr lang="de-DE" dirty="0"/>
              <a:t>04.01. Benutzbarkeit</a:t>
            </a:r>
          </a:p>
        </p:txBody>
      </p:sp>
      <p:sp>
        <p:nvSpPr>
          <p:cNvPr id="3" name="Inhaltsplatzhalter 2">
            <a:extLst>
              <a:ext uri="{FF2B5EF4-FFF2-40B4-BE49-F238E27FC236}">
                <a16:creationId xmlns:a16="http://schemas.microsoft.com/office/drawing/2014/main" id="{33B3184B-DF6D-B6F7-F49B-06D98C701D61}"/>
              </a:ext>
            </a:extLst>
          </p:cNvPr>
          <p:cNvSpPr>
            <a:spLocks noGrp="1"/>
          </p:cNvSpPr>
          <p:nvPr>
            <p:ph type="subTitle" idx="1"/>
          </p:nvPr>
        </p:nvSpPr>
        <p:spPr>
          <a:xfrm>
            <a:off x="1524000" y="3602038"/>
            <a:ext cx="9144000" cy="1655762"/>
          </a:xfrm>
        </p:spPr>
        <p:txBody>
          <a:bodyPr>
            <a:normAutofit/>
          </a:bodyPr>
          <a:lstStyle/>
          <a:p>
            <a:pPr marL="0" indent="0">
              <a:buNone/>
            </a:pPr>
            <a:r>
              <a:rPr lang="de-DE" sz="2200"/>
              <a:t>Alle Anwendungen haben eine ansprechende, benutzerfreundliche GUI bereitzustellen, die nach den Interaktionsprinzipien der DIN EN ISO 9241-110 gestaltet ist. Sie hat alle funktionalen Anforderungen abzudecken, eine komfortable Bedienung mit Maus und Tastatur zu ermöglichen und ein positives Nutzungserlebnis sicherzustellen.</a:t>
            </a:r>
          </a:p>
        </p:txBody>
      </p:sp>
    </p:spTree>
    <p:extLst>
      <p:ext uri="{BB962C8B-B14F-4D97-AF65-F5344CB8AC3E}">
        <p14:creationId xmlns:p14="http://schemas.microsoft.com/office/powerpoint/2010/main" val="104652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EAC66D-B03B-64D4-E794-73D7B1388E83}"/>
              </a:ext>
            </a:extLst>
          </p:cNvPr>
          <p:cNvSpPr>
            <a:spLocks noGrp="1"/>
          </p:cNvSpPr>
          <p:nvPr>
            <p:ph type="ctrTitle"/>
          </p:nvPr>
        </p:nvSpPr>
        <p:spPr>
          <a:xfrm>
            <a:off x="1524000" y="1122363"/>
            <a:ext cx="9144000" cy="2387600"/>
          </a:xfrm>
        </p:spPr>
        <p:txBody>
          <a:bodyPr anchor="b">
            <a:normAutofit/>
          </a:bodyPr>
          <a:lstStyle/>
          <a:p>
            <a:r>
              <a:rPr lang="de-DE" dirty="0"/>
              <a:t>04.02. Wartbarkeit</a:t>
            </a:r>
          </a:p>
        </p:txBody>
      </p:sp>
      <p:sp>
        <p:nvSpPr>
          <p:cNvPr id="3" name="Inhaltsplatzhalter 2">
            <a:extLst>
              <a:ext uri="{FF2B5EF4-FFF2-40B4-BE49-F238E27FC236}">
                <a16:creationId xmlns:a16="http://schemas.microsoft.com/office/drawing/2014/main" id="{07A8681D-D362-C6E2-D424-B57D799CFFE2}"/>
              </a:ext>
            </a:extLst>
          </p:cNvPr>
          <p:cNvSpPr>
            <a:spLocks noGrp="1"/>
          </p:cNvSpPr>
          <p:nvPr>
            <p:ph type="subTitle" idx="1"/>
          </p:nvPr>
        </p:nvSpPr>
        <p:spPr>
          <a:xfrm>
            <a:off x="1524000" y="3602038"/>
            <a:ext cx="9144000" cy="1655762"/>
          </a:xfrm>
        </p:spPr>
        <p:txBody>
          <a:bodyPr>
            <a:normAutofit/>
          </a:bodyPr>
          <a:lstStyle/>
          <a:p>
            <a:pPr marL="0" indent="0">
              <a:buNone/>
            </a:pPr>
            <a:r>
              <a:rPr lang="de-DE" sz="2200"/>
              <a:t>Der Quellcode ist klar strukturiert und modular aufgebaut, um eine schnelle Einarbeitung zu ermöglichen. Die Softwarearchitektur ist einfach zu gestalten, sodass insbesondere Anpassungen an der Notenberechnung schnell und unkompliziert durchgeführt werden können.</a:t>
            </a:r>
          </a:p>
        </p:txBody>
      </p:sp>
    </p:spTree>
    <p:extLst>
      <p:ext uri="{BB962C8B-B14F-4D97-AF65-F5344CB8AC3E}">
        <p14:creationId xmlns:p14="http://schemas.microsoft.com/office/powerpoint/2010/main" val="3319092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704ED5-FAA3-6A1A-C17A-BD89B3FB9F09}"/>
              </a:ext>
            </a:extLst>
          </p:cNvPr>
          <p:cNvSpPr>
            <a:spLocks noGrp="1"/>
          </p:cNvSpPr>
          <p:nvPr>
            <p:ph type="title"/>
          </p:nvPr>
        </p:nvSpPr>
        <p:spPr>
          <a:xfrm>
            <a:off x="838200" y="365125"/>
            <a:ext cx="10515600" cy="1325563"/>
          </a:xfrm>
        </p:spPr>
        <p:txBody>
          <a:bodyPr anchor="ctr">
            <a:normAutofit/>
          </a:bodyPr>
          <a:lstStyle/>
          <a:p>
            <a:r>
              <a:rPr lang="de-DE" dirty="0"/>
              <a:t>04.03. Design</a:t>
            </a:r>
          </a:p>
        </p:txBody>
      </p:sp>
      <p:sp>
        <p:nvSpPr>
          <p:cNvPr id="3" name="Inhaltsplatzhalter 2">
            <a:extLst>
              <a:ext uri="{FF2B5EF4-FFF2-40B4-BE49-F238E27FC236}">
                <a16:creationId xmlns:a16="http://schemas.microsoft.com/office/drawing/2014/main" id="{0668FAA7-72DE-C7A8-0D78-6C1BEA50ECD4}"/>
              </a:ext>
            </a:extLst>
          </p:cNvPr>
          <p:cNvSpPr>
            <a:spLocks noGrp="1"/>
          </p:cNvSpPr>
          <p:nvPr>
            <p:ph sz="half" idx="1"/>
          </p:nvPr>
        </p:nvSpPr>
        <p:spPr>
          <a:xfrm>
            <a:off x="283724" y="1825625"/>
            <a:ext cx="5181600" cy="4351338"/>
          </a:xfrm>
        </p:spPr>
        <p:txBody>
          <a:bodyPr>
            <a:normAutofit/>
          </a:bodyPr>
          <a:lstStyle/>
          <a:p>
            <a:pPr marL="0" indent="0">
              <a:buNone/>
            </a:pPr>
            <a:r>
              <a:rPr lang="de-DE" dirty="0"/>
              <a:t>Das Softwaredesign ist der Corporate Identity der Stadt Regensburg und der Berufsschule III anzupassen. Es ist ansprechend und funktional zu gestalten.</a:t>
            </a:r>
          </a:p>
          <a:p>
            <a:pPr marL="0" indent="0">
              <a:buNone/>
            </a:pPr>
            <a:endParaRPr lang="de-DE" dirty="0"/>
          </a:p>
        </p:txBody>
      </p:sp>
      <p:pic>
        <p:nvPicPr>
          <p:cNvPr id="5" name="Grafik 4" descr="Ein Bild, das Text, Screenshot, Zahl, Software enthält.&#10;&#10;KI-generierte Inhalte können fehlerhaft sein.">
            <a:extLst>
              <a:ext uri="{FF2B5EF4-FFF2-40B4-BE49-F238E27FC236}">
                <a16:creationId xmlns:a16="http://schemas.microsoft.com/office/drawing/2014/main" id="{8ED627AF-810C-4D12-2861-DC9A70E16D4E}"/>
              </a:ext>
            </a:extLst>
          </p:cNvPr>
          <p:cNvPicPr>
            <a:picLocks noChangeAspect="1"/>
          </p:cNvPicPr>
          <p:nvPr/>
        </p:nvPicPr>
        <p:blipFill>
          <a:blip r:embed="rId2">
            <a:extLst>
              <a:ext uri="{28A0092B-C50C-407E-A947-70E740481C1C}">
                <a14:useLocalDpi xmlns:a14="http://schemas.microsoft.com/office/drawing/2010/main" val="0"/>
              </a:ext>
            </a:extLst>
          </a:blip>
          <a:srcRect l="2231" t="8571" r="1585" b="2619"/>
          <a:stretch>
            <a:fillRect/>
          </a:stretch>
        </p:blipFill>
        <p:spPr>
          <a:xfrm>
            <a:off x="5465324" y="2013627"/>
            <a:ext cx="6442952" cy="3346314"/>
          </a:xfrm>
          <a:prstGeom prst="rect">
            <a:avLst/>
          </a:prstGeom>
          <a:noFill/>
        </p:spPr>
      </p:pic>
    </p:spTree>
    <p:extLst>
      <p:ext uri="{BB962C8B-B14F-4D97-AF65-F5344CB8AC3E}">
        <p14:creationId xmlns:p14="http://schemas.microsoft.com/office/powerpoint/2010/main" val="2195699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EF4288-47C6-6784-276C-FB8B4D271975}"/>
              </a:ext>
            </a:extLst>
          </p:cNvPr>
          <p:cNvSpPr>
            <a:spLocks noGrp="1"/>
          </p:cNvSpPr>
          <p:nvPr>
            <p:ph type="ctrTitle"/>
          </p:nvPr>
        </p:nvSpPr>
        <p:spPr>
          <a:xfrm>
            <a:off x="1524000" y="1122363"/>
            <a:ext cx="9144000" cy="2387600"/>
          </a:xfrm>
        </p:spPr>
        <p:txBody>
          <a:bodyPr anchor="b">
            <a:normAutofit/>
          </a:bodyPr>
          <a:lstStyle/>
          <a:p>
            <a:r>
              <a:rPr lang="de-DE" dirty="0"/>
              <a:t>05 Rahmenbedingungen</a:t>
            </a:r>
          </a:p>
        </p:txBody>
      </p:sp>
      <p:sp>
        <p:nvSpPr>
          <p:cNvPr id="8" name="Subtitle 2">
            <a:extLst>
              <a:ext uri="{FF2B5EF4-FFF2-40B4-BE49-F238E27FC236}">
                <a16:creationId xmlns:a16="http://schemas.microsoft.com/office/drawing/2014/main" id="{EDD2A272-AF42-A4B6-A365-0519BCE3EFAD}"/>
              </a:ext>
            </a:extLst>
          </p:cNvPr>
          <p:cNvSpPr>
            <a:spLocks noGrp="1"/>
          </p:cNvSpPr>
          <p:nvPr>
            <p:ph type="subTitle" idx="1"/>
          </p:nvPr>
        </p:nvSpPr>
        <p:spPr>
          <a:xfrm>
            <a:off x="1524000" y="3602038"/>
            <a:ext cx="9144000" cy="1655762"/>
          </a:xfrm>
        </p:spPr>
        <p:txBody>
          <a:bodyPr/>
          <a:lstStyle/>
          <a:p>
            <a:endParaRPr lang="en-US"/>
          </a:p>
        </p:txBody>
      </p:sp>
    </p:spTree>
    <p:extLst>
      <p:ext uri="{BB962C8B-B14F-4D97-AF65-F5344CB8AC3E}">
        <p14:creationId xmlns:p14="http://schemas.microsoft.com/office/powerpoint/2010/main" val="1797695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23B1F6-14F3-6893-908A-37FEF9A9E2B6}"/>
              </a:ext>
            </a:extLst>
          </p:cNvPr>
          <p:cNvSpPr>
            <a:spLocks noGrp="1"/>
          </p:cNvSpPr>
          <p:nvPr>
            <p:ph type="ctrTitle"/>
          </p:nvPr>
        </p:nvSpPr>
        <p:spPr>
          <a:xfrm>
            <a:off x="1524000" y="1122363"/>
            <a:ext cx="9144000" cy="2387600"/>
          </a:xfrm>
        </p:spPr>
        <p:txBody>
          <a:bodyPr anchor="b">
            <a:normAutofit/>
          </a:bodyPr>
          <a:lstStyle/>
          <a:p>
            <a:r>
              <a:rPr lang="de-DE" dirty="0"/>
              <a:t>05.01. Zeitplanung</a:t>
            </a:r>
          </a:p>
        </p:txBody>
      </p:sp>
      <p:sp>
        <p:nvSpPr>
          <p:cNvPr id="3" name="Inhaltsplatzhalter 2">
            <a:extLst>
              <a:ext uri="{FF2B5EF4-FFF2-40B4-BE49-F238E27FC236}">
                <a16:creationId xmlns:a16="http://schemas.microsoft.com/office/drawing/2014/main" id="{08E6B89B-4049-A9D9-F0D6-3E7CE3CA7CBD}"/>
              </a:ext>
            </a:extLst>
          </p:cNvPr>
          <p:cNvSpPr>
            <a:spLocks noGrp="1"/>
          </p:cNvSpPr>
          <p:nvPr>
            <p:ph type="subTitle" idx="1"/>
          </p:nvPr>
        </p:nvSpPr>
        <p:spPr>
          <a:xfrm>
            <a:off x="1524000" y="3602038"/>
            <a:ext cx="9144000" cy="1655762"/>
          </a:xfrm>
        </p:spPr>
        <p:txBody>
          <a:bodyPr>
            <a:normAutofit/>
          </a:bodyPr>
          <a:lstStyle/>
          <a:p>
            <a:pPr marL="0" indent="0">
              <a:buNone/>
            </a:pPr>
            <a:r>
              <a:rPr lang="de-DE" dirty="0"/>
              <a:t>Das Projekt umfasst 51,5 Personentage und wird durch drei Entwickler umgesetzt</a:t>
            </a:r>
          </a:p>
        </p:txBody>
      </p:sp>
    </p:spTree>
    <p:extLst>
      <p:ext uri="{BB962C8B-B14F-4D97-AF65-F5344CB8AC3E}">
        <p14:creationId xmlns:p14="http://schemas.microsoft.com/office/powerpoint/2010/main" val="1415807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D3E17E-825A-6FC9-2316-8052056AFA9C}"/>
              </a:ext>
            </a:extLst>
          </p:cNvPr>
          <p:cNvSpPr>
            <a:spLocks noGrp="1"/>
          </p:cNvSpPr>
          <p:nvPr>
            <p:ph type="title"/>
          </p:nvPr>
        </p:nvSpPr>
        <p:spPr>
          <a:xfrm>
            <a:off x="838200" y="365125"/>
            <a:ext cx="10515600" cy="1325563"/>
          </a:xfrm>
        </p:spPr>
        <p:txBody>
          <a:bodyPr anchor="ctr">
            <a:normAutofit/>
          </a:bodyPr>
          <a:lstStyle/>
          <a:p>
            <a:r>
              <a:rPr lang="de-DE" dirty="0"/>
              <a:t>05.02. Technische Anforderungen</a:t>
            </a:r>
          </a:p>
        </p:txBody>
      </p:sp>
      <p:graphicFrame>
        <p:nvGraphicFramePr>
          <p:cNvPr id="5" name="Inhaltsplatzhalter 2">
            <a:extLst>
              <a:ext uri="{FF2B5EF4-FFF2-40B4-BE49-F238E27FC236}">
                <a16:creationId xmlns:a16="http://schemas.microsoft.com/office/drawing/2014/main" id="{03F8ECA7-3639-F4DC-1D98-A5A1A439BEA2}"/>
              </a:ext>
            </a:extLst>
          </p:cNvPr>
          <p:cNvGraphicFramePr>
            <a:graphicFrameLocks noGrp="1"/>
          </p:cNvGraphicFramePr>
          <p:nvPr>
            <p:ph idx="1"/>
            <p:extLst>
              <p:ext uri="{D42A27DB-BD31-4B8C-83A1-F6EECF244321}">
                <p14:modId xmlns:p14="http://schemas.microsoft.com/office/powerpoint/2010/main" val="369799856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7109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51058B-C5B3-AE76-A51E-2B9F454E89C2}"/>
              </a:ext>
            </a:extLst>
          </p:cNvPr>
          <p:cNvSpPr>
            <a:spLocks noGrp="1"/>
          </p:cNvSpPr>
          <p:nvPr>
            <p:ph type="title"/>
          </p:nvPr>
        </p:nvSpPr>
        <p:spPr>
          <a:xfrm>
            <a:off x="838200" y="365125"/>
            <a:ext cx="10515600" cy="1325563"/>
          </a:xfrm>
        </p:spPr>
        <p:txBody>
          <a:bodyPr anchor="ctr">
            <a:normAutofit/>
          </a:bodyPr>
          <a:lstStyle/>
          <a:p>
            <a:r>
              <a:rPr lang="de-DE" dirty="0"/>
              <a:t>05.03. Qualität</a:t>
            </a:r>
          </a:p>
        </p:txBody>
      </p:sp>
      <p:graphicFrame>
        <p:nvGraphicFramePr>
          <p:cNvPr id="5" name="Inhaltsplatzhalter 2">
            <a:extLst>
              <a:ext uri="{FF2B5EF4-FFF2-40B4-BE49-F238E27FC236}">
                <a16:creationId xmlns:a16="http://schemas.microsoft.com/office/drawing/2014/main" id="{6429394A-41E0-6F8D-52DB-E42B1F9C3750}"/>
              </a:ext>
            </a:extLst>
          </p:cNvPr>
          <p:cNvGraphicFramePr>
            <a:graphicFrameLocks noGrp="1"/>
          </p:cNvGraphicFramePr>
          <p:nvPr>
            <p:ph idx="1"/>
            <p:extLst>
              <p:ext uri="{D42A27DB-BD31-4B8C-83A1-F6EECF244321}">
                <p14:modId xmlns:p14="http://schemas.microsoft.com/office/powerpoint/2010/main" val="75340866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60395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85FDDB-C056-545A-56B6-9D7CC4AB9E0F}"/>
              </a:ext>
            </a:extLst>
          </p:cNvPr>
          <p:cNvSpPr>
            <a:spLocks noGrp="1"/>
          </p:cNvSpPr>
          <p:nvPr>
            <p:ph type="ctrTitle"/>
          </p:nvPr>
        </p:nvSpPr>
        <p:spPr>
          <a:xfrm>
            <a:off x="1524000" y="1122363"/>
            <a:ext cx="9144000" cy="2387600"/>
          </a:xfrm>
        </p:spPr>
        <p:txBody>
          <a:bodyPr anchor="b">
            <a:normAutofit/>
          </a:bodyPr>
          <a:lstStyle/>
          <a:p>
            <a:r>
              <a:rPr lang="de-DE" dirty="0"/>
              <a:t>06 Liefer- und Abnahmebedingungen</a:t>
            </a:r>
          </a:p>
        </p:txBody>
      </p:sp>
      <p:sp>
        <p:nvSpPr>
          <p:cNvPr id="8" name="Subtitle 2">
            <a:extLst>
              <a:ext uri="{FF2B5EF4-FFF2-40B4-BE49-F238E27FC236}">
                <a16:creationId xmlns:a16="http://schemas.microsoft.com/office/drawing/2014/main" id="{CC5E4BF8-6D90-3064-8848-B03241C4CAA7}"/>
              </a:ext>
            </a:extLst>
          </p:cNvPr>
          <p:cNvSpPr>
            <a:spLocks noGrp="1"/>
          </p:cNvSpPr>
          <p:nvPr>
            <p:ph type="subTitle" idx="1"/>
          </p:nvPr>
        </p:nvSpPr>
        <p:spPr>
          <a:xfrm>
            <a:off x="1524000" y="3602038"/>
            <a:ext cx="9144000" cy="1655762"/>
          </a:xfrm>
        </p:spPr>
        <p:txBody>
          <a:bodyPr/>
          <a:lstStyle/>
          <a:p>
            <a:endParaRPr lang="en-US"/>
          </a:p>
        </p:txBody>
      </p:sp>
    </p:spTree>
    <p:extLst>
      <p:ext uri="{BB962C8B-B14F-4D97-AF65-F5344CB8AC3E}">
        <p14:creationId xmlns:p14="http://schemas.microsoft.com/office/powerpoint/2010/main" val="3785965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CFAB21-1C44-6D81-BF1A-3EA9BAC227A0}"/>
              </a:ext>
            </a:extLst>
          </p:cNvPr>
          <p:cNvSpPr>
            <a:spLocks noGrp="1"/>
          </p:cNvSpPr>
          <p:nvPr>
            <p:ph type="ctrTitle"/>
          </p:nvPr>
        </p:nvSpPr>
        <p:spPr>
          <a:xfrm>
            <a:off x="1524000" y="1122363"/>
            <a:ext cx="9144000" cy="2387600"/>
          </a:xfrm>
        </p:spPr>
        <p:txBody>
          <a:bodyPr anchor="b">
            <a:normAutofit/>
          </a:bodyPr>
          <a:lstStyle/>
          <a:p>
            <a:r>
              <a:rPr lang="de-DE" dirty="0"/>
              <a:t>06.01. Lieferumfang</a:t>
            </a:r>
          </a:p>
        </p:txBody>
      </p:sp>
      <p:sp>
        <p:nvSpPr>
          <p:cNvPr id="3" name="Inhaltsplatzhalter 2">
            <a:extLst>
              <a:ext uri="{FF2B5EF4-FFF2-40B4-BE49-F238E27FC236}">
                <a16:creationId xmlns:a16="http://schemas.microsoft.com/office/drawing/2014/main" id="{9D497008-4EAC-FCBD-4913-13B3BEF656E6}"/>
              </a:ext>
            </a:extLst>
          </p:cNvPr>
          <p:cNvSpPr>
            <a:spLocks noGrp="1"/>
          </p:cNvSpPr>
          <p:nvPr>
            <p:ph type="subTitle" idx="1"/>
          </p:nvPr>
        </p:nvSpPr>
        <p:spPr>
          <a:xfrm>
            <a:off x="1524000" y="3602038"/>
            <a:ext cx="9144000" cy="1655762"/>
          </a:xfrm>
        </p:spPr>
        <p:txBody>
          <a:bodyPr>
            <a:normAutofit/>
          </a:bodyPr>
          <a:lstStyle/>
          <a:p>
            <a:r>
              <a:rPr lang="de-DE" dirty="0"/>
              <a:t>Softwareanwendung</a:t>
            </a:r>
          </a:p>
          <a:p>
            <a:r>
              <a:rPr lang="de-DE" dirty="0"/>
              <a:t>Projektdokumentation</a:t>
            </a:r>
          </a:p>
          <a:p>
            <a:r>
              <a:rPr lang="de-DE" dirty="0"/>
              <a:t>Benutzerhandbuch</a:t>
            </a:r>
          </a:p>
        </p:txBody>
      </p:sp>
    </p:spTree>
    <p:extLst>
      <p:ext uri="{BB962C8B-B14F-4D97-AF65-F5344CB8AC3E}">
        <p14:creationId xmlns:p14="http://schemas.microsoft.com/office/powerpoint/2010/main" val="3371597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1F1072-FF33-4584-4ADD-C8C406818F02}"/>
              </a:ext>
            </a:extLst>
          </p:cNvPr>
          <p:cNvSpPr>
            <a:spLocks noGrp="1"/>
          </p:cNvSpPr>
          <p:nvPr>
            <p:ph type="ctrTitle"/>
          </p:nvPr>
        </p:nvSpPr>
        <p:spPr>
          <a:xfrm>
            <a:off x="1524000" y="1122363"/>
            <a:ext cx="9144000" cy="2387600"/>
          </a:xfrm>
        </p:spPr>
        <p:txBody>
          <a:bodyPr anchor="b">
            <a:normAutofit/>
          </a:bodyPr>
          <a:lstStyle/>
          <a:p>
            <a:r>
              <a:rPr lang="de-DE" dirty="0"/>
              <a:t>06.02. Zeit- und Ortangaben</a:t>
            </a:r>
          </a:p>
        </p:txBody>
      </p:sp>
      <p:sp>
        <p:nvSpPr>
          <p:cNvPr id="3" name="Inhaltsplatzhalter 2">
            <a:extLst>
              <a:ext uri="{FF2B5EF4-FFF2-40B4-BE49-F238E27FC236}">
                <a16:creationId xmlns:a16="http://schemas.microsoft.com/office/drawing/2014/main" id="{EE3B46AA-29B4-3762-9DCD-1533C27FB460}"/>
              </a:ext>
            </a:extLst>
          </p:cNvPr>
          <p:cNvSpPr>
            <a:spLocks noGrp="1"/>
          </p:cNvSpPr>
          <p:nvPr>
            <p:ph type="subTitle" idx="1"/>
          </p:nvPr>
        </p:nvSpPr>
        <p:spPr>
          <a:xfrm>
            <a:off x="1524000" y="3602038"/>
            <a:ext cx="9144000" cy="1655762"/>
          </a:xfrm>
        </p:spPr>
        <p:txBody>
          <a:bodyPr>
            <a:normAutofit/>
          </a:bodyPr>
          <a:lstStyle/>
          <a:p>
            <a:pPr marL="0" indent="0">
              <a:buNone/>
            </a:pPr>
            <a:r>
              <a:rPr lang="de-DE" dirty="0"/>
              <a:t>Lieferung der Software und Dokumentation erfolgt digital an die Städtische Berufsschule III Regensburg zum vereinbarten Abgabetermin</a:t>
            </a:r>
          </a:p>
        </p:txBody>
      </p:sp>
    </p:spTree>
    <p:extLst>
      <p:ext uri="{BB962C8B-B14F-4D97-AF65-F5344CB8AC3E}">
        <p14:creationId xmlns:p14="http://schemas.microsoft.com/office/powerpoint/2010/main" val="897117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D7A007-3B4E-619C-68EB-54B19EDE21CD}"/>
              </a:ext>
            </a:extLst>
          </p:cNvPr>
          <p:cNvSpPr>
            <a:spLocks noGrp="1"/>
          </p:cNvSpPr>
          <p:nvPr>
            <p:ph type="ctrTitle"/>
          </p:nvPr>
        </p:nvSpPr>
        <p:spPr>
          <a:xfrm>
            <a:off x="1524000" y="1122363"/>
            <a:ext cx="9144000" cy="2387600"/>
          </a:xfrm>
        </p:spPr>
        <p:txBody>
          <a:bodyPr anchor="b">
            <a:normAutofit/>
          </a:bodyPr>
          <a:lstStyle/>
          <a:p>
            <a:r>
              <a:rPr lang="de-DE" dirty="0"/>
              <a:t>07 Angebot</a:t>
            </a:r>
          </a:p>
        </p:txBody>
      </p:sp>
      <p:sp>
        <p:nvSpPr>
          <p:cNvPr id="8" name="Subtitle 2">
            <a:extLst>
              <a:ext uri="{FF2B5EF4-FFF2-40B4-BE49-F238E27FC236}">
                <a16:creationId xmlns:a16="http://schemas.microsoft.com/office/drawing/2014/main" id="{632E984F-62F6-BE5D-7EB0-252A3CCE4D12}"/>
              </a:ext>
            </a:extLst>
          </p:cNvPr>
          <p:cNvSpPr>
            <a:spLocks noGrp="1"/>
          </p:cNvSpPr>
          <p:nvPr>
            <p:ph type="subTitle" idx="1"/>
          </p:nvPr>
        </p:nvSpPr>
        <p:spPr>
          <a:xfrm>
            <a:off x="1524000" y="3602038"/>
            <a:ext cx="9144000" cy="1655762"/>
          </a:xfrm>
        </p:spPr>
        <p:txBody>
          <a:bodyPr/>
          <a:lstStyle/>
          <a:p>
            <a:endParaRPr lang="en-US"/>
          </a:p>
        </p:txBody>
      </p:sp>
    </p:spTree>
    <p:extLst>
      <p:ext uri="{BB962C8B-B14F-4D97-AF65-F5344CB8AC3E}">
        <p14:creationId xmlns:p14="http://schemas.microsoft.com/office/powerpoint/2010/main" val="496799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nhaltsplatzhalter 5">
            <a:extLst>
              <a:ext uri="{FF2B5EF4-FFF2-40B4-BE49-F238E27FC236}">
                <a16:creationId xmlns:a16="http://schemas.microsoft.com/office/drawing/2014/main" id="{B5EEDF42-8574-8728-D50A-BCAE12E8BB58}"/>
              </a:ext>
            </a:extLst>
          </p:cNvPr>
          <p:cNvPicPr>
            <a:picLocks noGrp="1" noChangeAspect="1"/>
          </p:cNvPicPr>
          <p:nvPr>
            <p:ph idx="1"/>
          </p:nvPr>
        </p:nvPicPr>
        <p:blipFill>
          <a:blip r:embed="rId2"/>
          <a:stretch>
            <a:fillRect/>
          </a:stretch>
        </p:blipFill>
        <p:spPr>
          <a:xfrm>
            <a:off x="2302449" y="68263"/>
            <a:ext cx="7168679" cy="6595184"/>
          </a:xfrm>
          <a:prstGeom prst="rect">
            <a:avLst/>
          </a:prstGeom>
          <a:noFill/>
        </p:spPr>
      </p:pic>
    </p:spTree>
    <p:extLst>
      <p:ext uri="{BB962C8B-B14F-4D97-AF65-F5344CB8AC3E}">
        <p14:creationId xmlns:p14="http://schemas.microsoft.com/office/powerpoint/2010/main" val="2590761066"/>
      </p:ext>
    </p:extLst>
  </p:cSld>
  <p:clrMapOvr>
    <a:masterClrMapping/>
  </p:clrMapOvr>
</p:sld>
</file>

<file path=ppt/theme/theme1.xml><?xml version="1.0" encoding="utf-8"?>
<a:theme xmlns:a="http://schemas.openxmlformats.org/drawingml/2006/main" name="Folienmaster_Gruppe_7_ITP_Allgemein_SJ_2025_202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olienmaster_Gruppe_7_ITP_Allgemein_SJ_2025_2026" id="{20371C6B-44FD-431A-9E3A-7625AEC52F77}" vid="{1AF5E1A1-07DA-4D83-A8AF-E5084E38B6EF}"/>
    </a:ext>
  </a:extLst>
</a:theme>
</file>

<file path=docProps/app.xml><?xml version="1.0" encoding="utf-8"?>
<Properties xmlns="http://schemas.openxmlformats.org/officeDocument/2006/extended-properties" xmlns:vt="http://schemas.openxmlformats.org/officeDocument/2006/docPropsVTypes">
  <Template>Folienmaster_Gruppe_7_ITP_Allgemein_SJ_2025_2026</Template>
  <TotalTime>0</TotalTime>
  <Words>659</Words>
  <Application>Microsoft Office PowerPoint</Application>
  <PresentationFormat>Breitbild</PresentationFormat>
  <Paragraphs>103</Paragraphs>
  <Slides>31</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31</vt:i4>
      </vt:variant>
    </vt:vector>
  </HeadingPairs>
  <TitlesOfParts>
    <vt:vector size="35" baseType="lpstr">
      <vt:lpstr>Arial</vt:lpstr>
      <vt:lpstr>Calibri</vt:lpstr>
      <vt:lpstr>Symbol</vt:lpstr>
      <vt:lpstr>Folienmaster_Gruppe_7_ITP_Allgemein_SJ_2025_2026</vt:lpstr>
      <vt:lpstr>EvalPro</vt:lpstr>
      <vt:lpstr>Agenda</vt:lpstr>
      <vt:lpstr>01 Einleitung</vt:lpstr>
      <vt:lpstr>01.01. Situationsbeschreibung</vt:lpstr>
      <vt:lpstr>01.02. Ausgangssituation und Zielsetzung</vt:lpstr>
      <vt:lpstr>01.03</vt:lpstr>
      <vt:lpstr>02 Konzept</vt:lpstr>
      <vt:lpstr>02.01. Ziel des Anbieters</vt:lpstr>
      <vt:lpstr>02.02. Nutzen für den Anwender</vt:lpstr>
      <vt:lpstr>02.03. Zielgruppe</vt:lpstr>
      <vt:lpstr>03 Funktionale Anforderungen</vt:lpstr>
      <vt:lpstr>03.01. Prüfungsausschuss verwalten</vt:lpstr>
      <vt:lpstr>03.02. Projektdokumentation bewerten</vt:lpstr>
      <vt:lpstr>03.03. Projektpräsentation bewerten</vt:lpstr>
      <vt:lpstr>03.04. Fachgespräch</vt:lpstr>
      <vt:lpstr>03.05. Gesamtergebnis berechnen</vt:lpstr>
      <vt:lpstr>03.06. Mündliche Ergänzungsprüfung</vt:lpstr>
      <vt:lpstr>03.07. Datenverwaltung</vt:lpstr>
      <vt:lpstr>04 Nicht-Funktionale Anforderungen</vt:lpstr>
      <vt:lpstr>04.01. Benutzbarkeit</vt:lpstr>
      <vt:lpstr>04.02. Wartbarkeit</vt:lpstr>
      <vt:lpstr>04.03. Design</vt:lpstr>
      <vt:lpstr>05 Rahmenbedingungen</vt:lpstr>
      <vt:lpstr>05.01. Zeitplanung</vt:lpstr>
      <vt:lpstr>05.02. Technische Anforderungen</vt:lpstr>
      <vt:lpstr>05.03. Qualität</vt:lpstr>
      <vt:lpstr>06 Liefer- und Abnahmebedingungen</vt:lpstr>
      <vt:lpstr>06.01. Lieferumfang</vt:lpstr>
      <vt:lpstr>06.02. Zeit- und Ortangaben</vt:lpstr>
      <vt:lpstr>07 Angebot</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Bernhard Götz</dc:creator>
  <cp:lastModifiedBy>Bernhard Götz</cp:lastModifiedBy>
  <cp:revision>7</cp:revision>
  <dcterms:created xsi:type="dcterms:W3CDTF">2025-11-05T15:54:46Z</dcterms:created>
  <dcterms:modified xsi:type="dcterms:W3CDTF">2025-11-07T15:55:21Z</dcterms:modified>
</cp:coreProperties>
</file>